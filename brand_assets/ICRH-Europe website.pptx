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Ruck" userId="9a0b7a1e-0c51-48b0-8af5-c97bdf895c7e" providerId="ADAL" clId="{E625BF8D-AB7F-49E9-BBE4-E46C31931655}"/>
    <pc:docChg chg="undo custSel addSld delSld modSld">
      <pc:chgData name="Kevin Ruck" userId="9a0b7a1e-0c51-48b0-8af5-c97bdf895c7e" providerId="ADAL" clId="{E625BF8D-AB7F-49E9-BBE4-E46C31931655}" dt="2026-06-22T16:38:32.421" v="1274" actId="20577"/>
      <pc:docMkLst>
        <pc:docMk/>
      </pc:docMkLst>
      <pc:sldChg chg="modSp mod">
        <pc:chgData name="Kevin Ruck" userId="9a0b7a1e-0c51-48b0-8af5-c97bdf895c7e" providerId="ADAL" clId="{E625BF8D-AB7F-49E9-BBE4-E46C31931655}" dt="2026-06-22T07:14:18.368" v="25" actId="20577"/>
        <pc:sldMkLst>
          <pc:docMk/>
          <pc:sldMk cId="1134734094" sldId="256"/>
        </pc:sldMkLst>
        <pc:spChg chg="mod">
          <ac:chgData name="Kevin Ruck" userId="9a0b7a1e-0c51-48b0-8af5-c97bdf895c7e" providerId="ADAL" clId="{E625BF8D-AB7F-49E9-BBE4-E46C31931655}" dt="2026-06-22T07:14:18.368" v="25" actId="20577"/>
          <ac:spMkLst>
            <pc:docMk/>
            <pc:sldMk cId="1134734094" sldId="256"/>
            <ac:spMk id="2" creationId="{91CAD4C6-7EE3-97E4-9786-2C9DE292C39A}"/>
          </ac:spMkLst>
        </pc:spChg>
      </pc:sldChg>
      <pc:sldChg chg="del">
        <pc:chgData name="Kevin Ruck" userId="9a0b7a1e-0c51-48b0-8af5-c97bdf895c7e" providerId="ADAL" clId="{E625BF8D-AB7F-49E9-BBE4-E46C31931655}" dt="2026-06-22T07:14:03.040" v="7" actId="47"/>
        <pc:sldMkLst>
          <pc:docMk/>
          <pc:sldMk cId="1610564725" sldId="257"/>
        </pc:sldMkLst>
      </pc:sldChg>
      <pc:sldChg chg="addSp delSp modSp new mod">
        <pc:chgData name="Kevin Ruck" userId="9a0b7a1e-0c51-48b0-8af5-c97bdf895c7e" providerId="ADAL" clId="{E625BF8D-AB7F-49E9-BBE4-E46C31931655}" dt="2026-06-22T07:24:02.977" v="233" actId="20577"/>
        <pc:sldMkLst>
          <pc:docMk/>
          <pc:sldMk cId="3543297481" sldId="257"/>
        </pc:sldMkLst>
        <pc:spChg chg="del">
          <ac:chgData name="Kevin Ruck" userId="9a0b7a1e-0c51-48b0-8af5-c97bdf895c7e" providerId="ADAL" clId="{E625BF8D-AB7F-49E9-BBE4-E46C31931655}" dt="2026-06-22T07:15:44.702" v="28" actId="478"/>
          <ac:spMkLst>
            <pc:docMk/>
            <pc:sldMk cId="3543297481" sldId="257"/>
            <ac:spMk id="2" creationId="{F34A9F06-EDE1-671E-FDE1-A505CDAB6ED0}"/>
          </ac:spMkLst>
        </pc:spChg>
        <pc:spChg chg="del">
          <ac:chgData name="Kevin Ruck" userId="9a0b7a1e-0c51-48b0-8af5-c97bdf895c7e" providerId="ADAL" clId="{E625BF8D-AB7F-49E9-BBE4-E46C31931655}" dt="2026-06-22T07:15:37.536" v="27" actId="1032"/>
          <ac:spMkLst>
            <pc:docMk/>
            <pc:sldMk cId="3543297481" sldId="257"/>
            <ac:spMk id="3" creationId="{045A1A14-6AF0-AAC2-8350-FCEF94EEBE10}"/>
          </ac:spMkLst>
        </pc:spChg>
        <pc:spChg chg="add mod">
          <ac:chgData name="Kevin Ruck" userId="9a0b7a1e-0c51-48b0-8af5-c97bdf895c7e" providerId="ADAL" clId="{E625BF8D-AB7F-49E9-BBE4-E46C31931655}" dt="2026-06-22T07:23:01.344" v="181" actId="1076"/>
          <ac:spMkLst>
            <pc:docMk/>
            <pc:sldMk cId="3543297481" sldId="257"/>
            <ac:spMk id="5" creationId="{647707C6-4F19-3749-A17C-1B702C145301}"/>
          </ac:spMkLst>
        </pc:spChg>
        <pc:graphicFrameChg chg="add mod modGraphic">
          <ac:chgData name="Kevin Ruck" userId="9a0b7a1e-0c51-48b0-8af5-c97bdf895c7e" providerId="ADAL" clId="{E625BF8D-AB7F-49E9-BBE4-E46C31931655}" dt="2026-06-22T07:24:02.977" v="233" actId="20577"/>
          <ac:graphicFrameMkLst>
            <pc:docMk/>
            <pc:sldMk cId="3543297481" sldId="257"/>
            <ac:graphicFrameMk id="4" creationId="{38B967C8-57ED-DEFD-3AFC-0AF9B41EE7F9}"/>
          </ac:graphicFrameMkLst>
        </pc:graphicFrameChg>
      </pc:sldChg>
      <pc:sldChg chg="del">
        <pc:chgData name="Kevin Ruck" userId="9a0b7a1e-0c51-48b0-8af5-c97bdf895c7e" providerId="ADAL" clId="{E625BF8D-AB7F-49E9-BBE4-E46C31931655}" dt="2026-06-22T07:14:01.914" v="6" actId="47"/>
        <pc:sldMkLst>
          <pc:docMk/>
          <pc:sldMk cId="147996175" sldId="258"/>
        </pc:sldMkLst>
      </pc:sldChg>
      <pc:sldChg chg="addSp delSp modSp new mod">
        <pc:chgData name="Kevin Ruck" userId="9a0b7a1e-0c51-48b0-8af5-c97bdf895c7e" providerId="ADAL" clId="{E625BF8D-AB7F-49E9-BBE4-E46C31931655}" dt="2026-06-22T16:36:33.750" v="1194" actId="1076"/>
        <pc:sldMkLst>
          <pc:docMk/>
          <pc:sldMk cId="1019635690" sldId="258"/>
        </pc:sldMkLst>
        <pc:spChg chg="mod">
          <ac:chgData name="Kevin Ruck" userId="9a0b7a1e-0c51-48b0-8af5-c97bdf895c7e" providerId="ADAL" clId="{E625BF8D-AB7F-49E9-BBE4-E46C31931655}" dt="2026-06-22T09:03:28.863" v="243" actId="20577"/>
          <ac:spMkLst>
            <pc:docMk/>
            <pc:sldMk cId="1019635690" sldId="258"/>
            <ac:spMk id="2" creationId="{3D6FF318-0BFF-B752-EBB2-706FAA1EB93B}"/>
          </ac:spMkLst>
        </pc:spChg>
        <pc:spChg chg="del">
          <ac:chgData name="Kevin Ruck" userId="9a0b7a1e-0c51-48b0-8af5-c97bdf895c7e" providerId="ADAL" clId="{E625BF8D-AB7F-49E9-BBE4-E46C31931655}" dt="2026-06-22T15:59:15.424" v="281" actId="478"/>
          <ac:spMkLst>
            <pc:docMk/>
            <pc:sldMk cId="1019635690" sldId="258"/>
            <ac:spMk id="3" creationId="{953DD8DD-6348-157E-0FBA-B50D3EFD83F3}"/>
          </ac:spMkLst>
        </pc:spChg>
        <pc:spChg chg="add mod">
          <ac:chgData name="Kevin Ruck" userId="9a0b7a1e-0c51-48b0-8af5-c97bdf895c7e" providerId="ADAL" clId="{E625BF8D-AB7F-49E9-BBE4-E46C31931655}" dt="2026-06-22T16:02:04.153" v="296" actId="14100"/>
          <ac:spMkLst>
            <pc:docMk/>
            <pc:sldMk cId="1019635690" sldId="258"/>
            <ac:spMk id="6" creationId="{8593F2C9-B0E4-2CD8-1F5B-F05CB1B5ADFD}"/>
          </ac:spMkLst>
        </pc:spChg>
        <pc:spChg chg="add mod">
          <ac:chgData name="Kevin Ruck" userId="9a0b7a1e-0c51-48b0-8af5-c97bdf895c7e" providerId="ADAL" clId="{E625BF8D-AB7F-49E9-BBE4-E46C31931655}" dt="2026-06-22T16:02:41.528" v="308" actId="20577"/>
          <ac:spMkLst>
            <pc:docMk/>
            <pc:sldMk cId="1019635690" sldId="258"/>
            <ac:spMk id="7" creationId="{762B4487-E96D-CCB7-FFAB-F577D43F0510}"/>
          </ac:spMkLst>
        </pc:spChg>
        <pc:spChg chg="add mod">
          <ac:chgData name="Kevin Ruck" userId="9a0b7a1e-0c51-48b0-8af5-c97bdf895c7e" providerId="ADAL" clId="{E625BF8D-AB7F-49E9-BBE4-E46C31931655}" dt="2026-06-22T16:04:25.905" v="330" actId="20577"/>
          <ac:spMkLst>
            <pc:docMk/>
            <pc:sldMk cId="1019635690" sldId="258"/>
            <ac:spMk id="8" creationId="{12F1CC50-158B-2B65-E5E9-E53970131177}"/>
          </ac:spMkLst>
        </pc:spChg>
        <pc:spChg chg="add mod">
          <ac:chgData name="Kevin Ruck" userId="9a0b7a1e-0c51-48b0-8af5-c97bdf895c7e" providerId="ADAL" clId="{E625BF8D-AB7F-49E9-BBE4-E46C31931655}" dt="2026-06-22T16:08:40.043" v="357" actId="1076"/>
          <ac:spMkLst>
            <pc:docMk/>
            <pc:sldMk cId="1019635690" sldId="258"/>
            <ac:spMk id="13" creationId="{E48F96C5-E8D1-47CE-2A0C-C850022775C2}"/>
          </ac:spMkLst>
        </pc:spChg>
        <pc:spChg chg="add mod">
          <ac:chgData name="Kevin Ruck" userId="9a0b7a1e-0c51-48b0-8af5-c97bdf895c7e" providerId="ADAL" clId="{E625BF8D-AB7F-49E9-BBE4-E46C31931655}" dt="2026-06-22T16:31:46.084" v="1037" actId="20577"/>
          <ac:spMkLst>
            <pc:docMk/>
            <pc:sldMk cId="1019635690" sldId="258"/>
            <ac:spMk id="14" creationId="{32856955-F190-42FC-06E3-8334800D5060}"/>
          </ac:spMkLst>
        </pc:spChg>
        <pc:spChg chg="add mod">
          <ac:chgData name="Kevin Ruck" userId="9a0b7a1e-0c51-48b0-8af5-c97bdf895c7e" providerId="ADAL" clId="{E625BF8D-AB7F-49E9-BBE4-E46C31931655}" dt="2026-06-22T16:10:54.073" v="408" actId="20577"/>
          <ac:spMkLst>
            <pc:docMk/>
            <pc:sldMk cId="1019635690" sldId="258"/>
            <ac:spMk id="16" creationId="{D12077BB-108F-62A2-0E01-091840D0EF41}"/>
          </ac:spMkLst>
        </pc:spChg>
        <pc:spChg chg="add mod">
          <ac:chgData name="Kevin Ruck" userId="9a0b7a1e-0c51-48b0-8af5-c97bdf895c7e" providerId="ADAL" clId="{E625BF8D-AB7F-49E9-BBE4-E46C31931655}" dt="2026-06-22T16:11:15.694" v="416" actId="20577"/>
          <ac:spMkLst>
            <pc:docMk/>
            <pc:sldMk cId="1019635690" sldId="258"/>
            <ac:spMk id="17" creationId="{497F00F1-4E3F-1613-E9EC-5BBF6C629110}"/>
          </ac:spMkLst>
        </pc:spChg>
        <pc:spChg chg="add mod">
          <ac:chgData name="Kevin Ruck" userId="9a0b7a1e-0c51-48b0-8af5-c97bdf895c7e" providerId="ADAL" clId="{E625BF8D-AB7F-49E9-BBE4-E46C31931655}" dt="2026-06-22T16:12:27.469" v="463" actId="1076"/>
          <ac:spMkLst>
            <pc:docMk/>
            <pc:sldMk cId="1019635690" sldId="258"/>
            <ac:spMk id="18" creationId="{02109A39-7569-13D0-23C4-0F79B6388782}"/>
          </ac:spMkLst>
        </pc:spChg>
        <pc:picChg chg="add mod">
          <ac:chgData name="Kevin Ruck" userId="9a0b7a1e-0c51-48b0-8af5-c97bdf895c7e" providerId="ADAL" clId="{E625BF8D-AB7F-49E9-BBE4-E46C31931655}" dt="2026-06-22T15:59:22.487" v="283" actId="1076"/>
          <ac:picMkLst>
            <pc:docMk/>
            <pc:sldMk cId="1019635690" sldId="258"/>
            <ac:picMk id="5" creationId="{363FF3ED-2BE0-FE43-D01A-7A2B6239A6F4}"/>
          </ac:picMkLst>
        </pc:picChg>
        <pc:picChg chg="add mod modCrop">
          <ac:chgData name="Kevin Ruck" userId="9a0b7a1e-0c51-48b0-8af5-c97bdf895c7e" providerId="ADAL" clId="{E625BF8D-AB7F-49E9-BBE4-E46C31931655}" dt="2026-06-22T16:08:33.765" v="355" actId="1076"/>
          <ac:picMkLst>
            <pc:docMk/>
            <pc:sldMk cId="1019635690" sldId="258"/>
            <ac:picMk id="10" creationId="{EE090F4C-35A3-BA47-C307-AC0C22231A80}"/>
          </ac:picMkLst>
        </pc:picChg>
        <pc:picChg chg="add mod">
          <ac:chgData name="Kevin Ruck" userId="9a0b7a1e-0c51-48b0-8af5-c97bdf895c7e" providerId="ADAL" clId="{E625BF8D-AB7F-49E9-BBE4-E46C31931655}" dt="2026-06-22T16:08:43.279" v="358" actId="1076"/>
          <ac:picMkLst>
            <pc:docMk/>
            <pc:sldMk cId="1019635690" sldId="258"/>
            <ac:picMk id="12" creationId="{A1D07F24-C0CB-42C8-90B4-953E6D35D420}"/>
          </ac:picMkLst>
        </pc:picChg>
        <pc:picChg chg="add del mod">
          <ac:chgData name="Kevin Ruck" userId="9a0b7a1e-0c51-48b0-8af5-c97bdf895c7e" providerId="ADAL" clId="{E625BF8D-AB7F-49E9-BBE4-E46C31931655}" dt="2026-06-22T16:10:42.698" v="405" actId="478"/>
          <ac:picMkLst>
            <pc:docMk/>
            <pc:sldMk cId="1019635690" sldId="258"/>
            <ac:picMk id="15" creationId="{A9DFB3E2-4047-D70D-4F87-FF036B8BBAB7}"/>
          </ac:picMkLst>
        </pc:picChg>
        <pc:picChg chg="add mod">
          <ac:chgData name="Kevin Ruck" userId="9a0b7a1e-0c51-48b0-8af5-c97bdf895c7e" providerId="ADAL" clId="{E625BF8D-AB7F-49E9-BBE4-E46C31931655}" dt="2026-06-22T16:36:33.750" v="1194" actId="1076"/>
          <ac:picMkLst>
            <pc:docMk/>
            <pc:sldMk cId="1019635690" sldId="258"/>
            <ac:picMk id="20" creationId="{94FBE7E1-39F4-629B-B508-F0D85A39F636}"/>
          </ac:picMkLst>
        </pc:picChg>
      </pc:sldChg>
      <pc:sldChg chg="addSp delSp modSp new mod">
        <pc:chgData name="Kevin Ruck" userId="9a0b7a1e-0c51-48b0-8af5-c97bdf895c7e" providerId="ADAL" clId="{E625BF8D-AB7F-49E9-BBE4-E46C31931655}" dt="2026-06-22T16:27:13.683" v="847" actId="6549"/>
        <pc:sldMkLst>
          <pc:docMk/>
          <pc:sldMk cId="4152728690" sldId="259"/>
        </pc:sldMkLst>
        <pc:spChg chg="mod">
          <ac:chgData name="Kevin Ruck" userId="9a0b7a1e-0c51-48b0-8af5-c97bdf895c7e" providerId="ADAL" clId="{E625BF8D-AB7F-49E9-BBE4-E46C31931655}" dt="2026-06-22T09:03:47.785" v="258" actId="20577"/>
          <ac:spMkLst>
            <pc:docMk/>
            <pc:sldMk cId="4152728690" sldId="259"/>
            <ac:spMk id="2" creationId="{EDD052BA-4BA0-BF79-A340-059D8A0F0176}"/>
          </ac:spMkLst>
        </pc:spChg>
        <pc:spChg chg="del">
          <ac:chgData name="Kevin Ruck" userId="9a0b7a1e-0c51-48b0-8af5-c97bdf895c7e" providerId="ADAL" clId="{E625BF8D-AB7F-49E9-BBE4-E46C31931655}" dt="2026-06-22T16:13:26.776" v="464" actId="478"/>
          <ac:spMkLst>
            <pc:docMk/>
            <pc:sldMk cId="4152728690" sldId="259"/>
            <ac:spMk id="3" creationId="{1740A4F0-B00B-A1AA-898C-12A6CA9A9329}"/>
          </ac:spMkLst>
        </pc:spChg>
        <pc:spChg chg="add mod">
          <ac:chgData name="Kevin Ruck" userId="9a0b7a1e-0c51-48b0-8af5-c97bdf895c7e" providerId="ADAL" clId="{E625BF8D-AB7F-49E9-BBE4-E46C31931655}" dt="2026-06-22T16:13:48.364" v="471" actId="20577"/>
          <ac:spMkLst>
            <pc:docMk/>
            <pc:sldMk cId="4152728690" sldId="259"/>
            <ac:spMk id="4" creationId="{964AB9EC-D1C7-ADFE-8E44-AF668B177C03}"/>
          </ac:spMkLst>
        </pc:spChg>
        <pc:spChg chg="add mod">
          <ac:chgData name="Kevin Ruck" userId="9a0b7a1e-0c51-48b0-8af5-c97bdf895c7e" providerId="ADAL" clId="{E625BF8D-AB7F-49E9-BBE4-E46C31931655}" dt="2026-06-22T16:14:05.153" v="489" actId="20577"/>
          <ac:spMkLst>
            <pc:docMk/>
            <pc:sldMk cId="4152728690" sldId="259"/>
            <ac:spMk id="5" creationId="{355AD6F5-8E7E-1FC6-8140-21411B4A3A08}"/>
          </ac:spMkLst>
        </pc:spChg>
        <pc:spChg chg="add mod">
          <ac:chgData name="Kevin Ruck" userId="9a0b7a1e-0c51-48b0-8af5-c97bdf895c7e" providerId="ADAL" clId="{E625BF8D-AB7F-49E9-BBE4-E46C31931655}" dt="2026-06-22T16:14:23.165" v="509" actId="20577"/>
          <ac:spMkLst>
            <pc:docMk/>
            <pc:sldMk cId="4152728690" sldId="259"/>
            <ac:spMk id="6" creationId="{9610B0A9-DE2D-8E97-0D69-3AB754C44AC7}"/>
          </ac:spMkLst>
        </pc:spChg>
        <pc:spChg chg="add mod">
          <ac:chgData name="Kevin Ruck" userId="9a0b7a1e-0c51-48b0-8af5-c97bdf895c7e" providerId="ADAL" clId="{E625BF8D-AB7F-49E9-BBE4-E46C31931655}" dt="2026-06-22T16:20:35.360" v="616" actId="1076"/>
          <ac:spMkLst>
            <pc:docMk/>
            <pc:sldMk cId="4152728690" sldId="259"/>
            <ac:spMk id="11" creationId="{96BB20CB-BB79-E104-B614-DE0E23565F1B}"/>
          </ac:spMkLst>
        </pc:spChg>
        <pc:spChg chg="add mod">
          <ac:chgData name="Kevin Ruck" userId="9a0b7a1e-0c51-48b0-8af5-c97bdf895c7e" providerId="ADAL" clId="{E625BF8D-AB7F-49E9-BBE4-E46C31931655}" dt="2026-06-22T16:24:03.024" v="739" actId="1076"/>
          <ac:spMkLst>
            <pc:docMk/>
            <pc:sldMk cId="4152728690" sldId="259"/>
            <ac:spMk id="12" creationId="{215BC543-B311-D10F-980A-58CF201DD0D1}"/>
          </ac:spMkLst>
        </pc:spChg>
        <pc:spChg chg="add mod">
          <ac:chgData name="Kevin Ruck" userId="9a0b7a1e-0c51-48b0-8af5-c97bdf895c7e" providerId="ADAL" clId="{E625BF8D-AB7F-49E9-BBE4-E46C31931655}" dt="2026-06-22T16:20:44.497" v="618" actId="1076"/>
          <ac:spMkLst>
            <pc:docMk/>
            <pc:sldMk cId="4152728690" sldId="259"/>
            <ac:spMk id="15" creationId="{FDAD1CBE-7D62-A261-45F5-D796017AC826}"/>
          </ac:spMkLst>
        </pc:spChg>
        <pc:spChg chg="add mod">
          <ac:chgData name="Kevin Ruck" userId="9a0b7a1e-0c51-48b0-8af5-c97bdf895c7e" providerId="ADAL" clId="{E625BF8D-AB7F-49E9-BBE4-E46C31931655}" dt="2026-06-22T16:22:47.649" v="729" actId="1076"/>
          <ac:spMkLst>
            <pc:docMk/>
            <pc:sldMk cId="4152728690" sldId="259"/>
            <ac:spMk id="18" creationId="{9F95B3EA-184F-D5E6-45C7-403DE9E32598}"/>
          </ac:spMkLst>
        </pc:spChg>
        <pc:spChg chg="add mod">
          <ac:chgData name="Kevin Ruck" userId="9a0b7a1e-0c51-48b0-8af5-c97bdf895c7e" providerId="ADAL" clId="{E625BF8D-AB7F-49E9-BBE4-E46C31931655}" dt="2026-06-22T16:22:58.964" v="731" actId="207"/>
          <ac:spMkLst>
            <pc:docMk/>
            <pc:sldMk cId="4152728690" sldId="259"/>
            <ac:spMk id="19" creationId="{38A03522-936E-E7E8-3FF3-6EBE86F478D9}"/>
          </ac:spMkLst>
        </pc:spChg>
        <pc:spChg chg="add mod">
          <ac:chgData name="Kevin Ruck" userId="9a0b7a1e-0c51-48b0-8af5-c97bdf895c7e" providerId="ADAL" clId="{E625BF8D-AB7F-49E9-BBE4-E46C31931655}" dt="2026-06-22T16:23:36.365" v="735" actId="1076"/>
          <ac:spMkLst>
            <pc:docMk/>
            <pc:sldMk cId="4152728690" sldId="259"/>
            <ac:spMk id="20" creationId="{EE8CFBF3-3B9B-A0BE-1E51-095F2A600345}"/>
          </ac:spMkLst>
        </pc:spChg>
        <pc:spChg chg="add mod">
          <ac:chgData name="Kevin Ruck" userId="9a0b7a1e-0c51-48b0-8af5-c97bdf895c7e" providerId="ADAL" clId="{E625BF8D-AB7F-49E9-BBE4-E46C31931655}" dt="2026-06-22T16:23:48.070" v="737" actId="1076"/>
          <ac:spMkLst>
            <pc:docMk/>
            <pc:sldMk cId="4152728690" sldId="259"/>
            <ac:spMk id="21" creationId="{F7FC44B1-0518-C704-C7F2-C95BA452C6E1}"/>
          </ac:spMkLst>
        </pc:spChg>
        <pc:spChg chg="add mod">
          <ac:chgData name="Kevin Ruck" userId="9a0b7a1e-0c51-48b0-8af5-c97bdf895c7e" providerId="ADAL" clId="{E625BF8D-AB7F-49E9-BBE4-E46C31931655}" dt="2026-06-22T16:24:10.308" v="740" actId="1076"/>
          <ac:spMkLst>
            <pc:docMk/>
            <pc:sldMk cId="4152728690" sldId="259"/>
            <ac:spMk id="22" creationId="{48C9548F-D833-0983-0E50-FA198C6BE14E}"/>
          </ac:spMkLst>
        </pc:spChg>
        <pc:spChg chg="add mod">
          <ac:chgData name="Kevin Ruck" userId="9a0b7a1e-0c51-48b0-8af5-c97bdf895c7e" providerId="ADAL" clId="{E625BF8D-AB7F-49E9-BBE4-E46C31931655}" dt="2026-06-22T16:24:28.772" v="742" actId="1076"/>
          <ac:spMkLst>
            <pc:docMk/>
            <pc:sldMk cId="4152728690" sldId="259"/>
            <ac:spMk id="23" creationId="{3456F953-2156-A1BB-FD47-39C9A12987E9}"/>
          </ac:spMkLst>
        </pc:spChg>
        <pc:spChg chg="add mod">
          <ac:chgData name="Kevin Ruck" userId="9a0b7a1e-0c51-48b0-8af5-c97bdf895c7e" providerId="ADAL" clId="{E625BF8D-AB7F-49E9-BBE4-E46C31931655}" dt="2026-06-22T16:24:46.345" v="744" actId="1076"/>
          <ac:spMkLst>
            <pc:docMk/>
            <pc:sldMk cId="4152728690" sldId="259"/>
            <ac:spMk id="24" creationId="{76859B47-7D23-1815-5109-2F88848C1542}"/>
          </ac:spMkLst>
        </pc:spChg>
        <pc:spChg chg="add mod">
          <ac:chgData name="Kevin Ruck" userId="9a0b7a1e-0c51-48b0-8af5-c97bdf895c7e" providerId="ADAL" clId="{E625BF8D-AB7F-49E9-BBE4-E46C31931655}" dt="2026-06-22T16:25:10.279" v="755" actId="1037"/>
          <ac:spMkLst>
            <pc:docMk/>
            <pc:sldMk cId="4152728690" sldId="259"/>
            <ac:spMk id="25" creationId="{2E08E6EA-B628-89D0-A17C-0CD539E1DA79}"/>
          </ac:spMkLst>
        </pc:spChg>
        <pc:spChg chg="add mod">
          <ac:chgData name="Kevin Ruck" userId="9a0b7a1e-0c51-48b0-8af5-c97bdf895c7e" providerId="ADAL" clId="{E625BF8D-AB7F-49E9-BBE4-E46C31931655}" dt="2026-06-22T16:25:22.879" v="757" actId="1076"/>
          <ac:spMkLst>
            <pc:docMk/>
            <pc:sldMk cId="4152728690" sldId="259"/>
            <ac:spMk id="26" creationId="{1266C10E-7BEE-5C2B-9F68-11402600DE92}"/>
          </ac:spMkLst>
        </pc:spChg>
        <pc:spChg chg="add mod">
          <ac:chgData name="Kevin Ruck" userId="9a0b7a1e-0c51-48b0-8af5-c97bdf895c7e" providerId="ADAL" clId="{E625BF8D-AB7F-49E9-BBE4-E46C31931655}" dt="2026-06-22T16:25:29.064" v="759" actId="1076"/>
          <ac:spMkLst>
            <pc:docMk/>
            <pc:sldMk cId="4152728690" sldId="259"/>
            <ac:spMk id="27" creationId="{9B872EF5-C5BA-6F60-5F26-1D9451182CA6}"/>
          </ac:spMkLst>
        </pc:spChg>
        <pc:spChg chg="add mod">
          <ac:chgData name="Kevin Ruck" userId="9a0b7a1e-0c51-48b0-8af5-c97bdf895c7e" providerId="ADAL" clId="{E625BF8D-AB7F-49E9-BBE4-E46C31931655}" dt="2026-06-22T16:26:30.481" v="806" actId="14100"/>
          <ac:spMkLst>
            <pc:docMk/>
            <pc:sldMk cId="4152728690" sldId="259"/>
            <ac:spMk id="28" creationId="{1EFB3487-BE36-153E-9FE8-29EA68D9095C}"/>
          </ac:spMkLst>
        </pc:spChg>
        <pc:spChg chg="add mod">
          <ac:chgData name="Kevin Ruck" userId="9a0b7a1e-0c51-48b0-8af5-c97bdf895c7e" providerId="ADAL" clId="{E625BF8D-AB7F-49E9-BBE4-E46C31931655}" dt="2026-06-22T16:27:13.683" v="847" actId="6549"/>
          <ac:spMkLst>
            <pc:docMk/>
            <pc:sldMk cId="4152728690" sldId="259"/>
            <ac:spMk id="29" creationId="{4CC5597B-AC08-F347-997C-28D3ECA96CED}"/>
          </ac:spMkLst>
        </pc:spChg>
        <pc:cxnChg chg="add del">
          <ac:chgData name="Kevin Ruck" userId="9a0b7a1e-0c51-48b0-8af5-c97bdf895c7e" providerId="ADAL" clId="{E625BF8D-AB7F-49E9-BBE4-E46C31931655}" dt="2026-06-22T16:20:25.834" v="611" actId="478"/>
          <ac:cxnSpMkLst>
            <pc:docMk/>
            <pc:sldMk cId="4152728690" sldId="259"/>
            <ac:cxnSpMk id="8" creationId="{3503497E-2446-8B2D-43E1-F795BCD0D0A9}"/>
          </ac:cxnSpMkLst>
        </pc:cxnChg>
        <pc:cxnChg chg="add del mod">
          <ac:chgData name="Kevin Ruck" userId="9a0b7a1e-0c51-48b0-8af5-c97bdf895c7e" providerId="ADAL" clId="{E625BF8D-AB7F-49E9-BBE4-E46C31931655}" dt="2026-06-22T16:20:26.650" v="612" actId="478"/>
          <ac:cxnSpMkLst>
            <pc:docMk/>
            <pc:sldMk cId="4152728690" sldId="259"/>
            <ac:cxnSpMk id="9" creationId="{29C4A83F-8E5E-4729-4285-FF2728C3AC87}"/>
          </ac:cxnSpMkLst>
        </pc:cxnChg>
        <pc:cxnChg chg="add del mod">
          <ac:chgData name="Kevin Ruck" userId="9a0b7a1e-0c51-48b0-8af5-c97bdf895c7e" providerId="ADAL" clId="{E625BF8D-AB7F-49E9-BBE4-E46C31931655}" dt="2026-06-22T16:20:27.543" v="613" actId="478"/>
          <ac:cxnSpMkLst>
            <pc:docMk/>
            <pc:sldMk cId="4152728690" sldId="259"/>
            <ac:cxnSpMk id="13" creationId="{503D90F3-8BD5-41FD-B883-0D2207946668}"/>
          </ac:cxnSpMkLst>
        </pc:cxnChg>
        <pc:cxnChg chg="add del mod">
          <ac:chgData name="Kevin Ruck" userId="9a0b7a1e-0c51-48b0-8af5-c97bdf895c7e" providerId="ADAL" clId="{E625BF8D-AB7F-49E9-BBE4-E46C31931655}" dt="2026-06-22T16:20:28.767" v="614" actId="478"/>
          <ac:cxnSpMkLst>
            <pc:docMk/>
            <pc:sldMk cId="4152728690" sldId="259"/>
            <ac:cxnSpMk id="16" creationId="{6BD98B50-8FEB-DCCC-C792-C6649FF5751A}"/>
          </ac:cxnSpMkLst>
        </pc:cxnChg>
        <pc:cxnChg chg="add del mod">
          <ac:chgData name="Kevin Ruck" userId="9a0b7a1e-0c51-48b0-8af5-c97bdf895c7e" providerId="ADAL" clId="{E625BF8D-AB7F-49E9-BBE4-E46C31931655}" dt="2026-06-22T16:20:29.520" v="615" actId="478"/>
          <ac:cxnSpMkLst>
            <pc:docMk/>
            <pc:sldMk cId="4152728690" sldId="259"/>
            <ac:cxnSpMk id="17" creationId="{39C17BB2-3407-C138-7035-104D74646218}"/>
          </ac:cxnSpMkLst>
        </pc:cxnChg>
      </pc:sldChg>
      <pc:sldChg chg="del">
        <pc:chgData name="Kevin Ruck" userId="9a0b7a1e-0c51-48b0-8af5-c97bdf895c7e" providerId="ADAL" clId="{E625BF8D-AB7F-49E9-BBE4-E46C31931655}" dt="2026-06-22T07:14:00.722" v="5" actId="47"/>
        <pc:sldMkLst>
          <pc:docMk/>
          <pc:sldMk cId="4248013297" sldId="259"/>
        </pc:sldMkLst>
      </pc:sldChg>
      <pc:sldChg chg="addSp delSp modSp new mod">
        <pc:chgData name="Kevin Ruck" userId="9a0b7a1e-0c51-48b0-8af5-c97bdf895c7e" providerId="ADAL" clId="{E625BF8D-AB7F-49E9-BBE4-E46C31931655}" dt="2026-06-22T16:30:13.488" v="1006" actId="20577"/>
        <pc:sldMkLst>
          <pc:docMk/>
          <pc:sldMk cId="243684390" sldId="260"/>
        </pc:sldMkLst>
        <pc:spChg chg="mod">
          <ac:chgData name="Kevin Ruck" userId="9a0b7a1e-0c51-48b0-8af5-c97bdf895c7e" providerId="ADAL" clId="{E625BF8D-AB7F-49E9-BBE4-E46C31931655}" dt="2026-06-22T09:04:02.801" v="265" actId="20577"/>
          <ac:spMkLst>
            <pc:docMk/>
            <pc:sldMk cId="243684390" sldId="260"/>
            <ac:spMk id="2" creationId="{BDDEE2E6-0DCF-F3B6-293D-72B46E32D93F}"/>
          </ac:spMkLst>
        </pc:spChg>
        <pc:spChg chg="del">
          <ac:chgData name="Kevin Ruck" userId="9a0b7a1e-0c51-48b0-8af5-c97bdf895c7e" providerId="ADAL" clId="{E625BF8D-AB7F-49E9-BBE4-E46C31931655}" dt="2026-06-22T16:15:31.020" v="510" actId="478"/>
          <ac:spMkLst>
            <pc:docMk/>
            <pc:sldMk cId="243684390" sldId="260"/>
            <ac:spMk id="3" creationId="{371B190A-13B4-3FD4-6B9B-9754BBE187AF}"/>
          </ac:spMkLst>
        </pc:spChg>
        <pc:spChg chg="add mod">
          <ac:chgData name="Kevin Ruck" userId="9a0b7a1e-0c51-48b0-8af5-c97bdf895c7e" providerId="ADAL" clId="{E625BF8D-AB7F-49E9-BBE4-E46C31931655}" dt="2026-06-22T16:15:37.355" v="519" actId="20577"/>
          <ac:spMkLst>
            <pc:docMk/>
            <pc:sldMk cId="243684390" sldId="260"/>
            <ac:spMk id="4" creationId="{24B42B8F-5FB2-B9F1-B7A5-757F4755E133}"/>
          </ac:spMkLst>
        </pc:spChg>
        <pc:spChg chg="add mod">
          <ac:chgData name="Kevin Ruck" userId="9a0b7a1e-0c51-48b0-8af5-c97bdf895c7e" providerId="ADAL" clId="{E625BF8D-AB7F-49E9-BBE4-E46C31931655}" dt="2026-06-22T16:15:45.642" v="525" actId="20577"/>
          <ac:spMkLst>
            <pc:docMk/>
            <pc:sldMk cId="243684390" sldId="260"/>
            <ac:spMk id="5" creationId="{0EA204E4-4D20-D1AD-50E2-6423AEAF0C62}"/>
          </ac:spMkLst>
        </pc:spChg>
        <pc:spChg chg="add mod">
          <ac:chgData name="Kevin Ruck" userId="9a0b7a1e-0c51-48b0-8af5-c97bdf895c7e" providerId="ADAL" clId="{E625BF8D-AB7F-49E9-BBE4-E46C31931655}" dt="2026-06-22T16:29:03.325" v="915" actId="1076"/>
          <ac:spMkLst>
            <pc:docMk/>
            <pc:sldMk cId="243684390" sldId="260"/>
            <ac:spMk id="6" creationId="{DE232995-B7CC-0862-AEB2-FFF0DD0A04E0}"/>
          </ac:spMkLst>
        </pc:spChg>
        <pc:spChg chg="add mod">
          <ac:chgData name="Kevin Ruck" userId="9a0b7a1e-0c51-48b0-8af5-c97bdf895c7e" providerId="ADAL" clId="{E625BF8D-AB7F-49E9-BBE4-E46C31931655}" dt="2026-06-22T16:30:13.488" v="1006" actId="20577"/>
          <ac:spMkLst>
            <pc:docMk/>
            <pc:sldMk cId="243684390" sldId="260"/>
            <ac:spMk id="7" creationId="{BA0D34B2-53AC-EB1D-DCD2-BBDCA08B853A}"/>
          </ac:spMkLst>
        </pc:spChg>
      </pc:sldChg>
      <pc:sldChg chg="del">
        <pc:chgData name="Kevin Ruck" userId="9a0b7a1e-0c51-48b0-8af5-c97bdf895c7e" providerId="ADAL" clId="{E625BF8D-AB7F-49E9-BBE4-E46C31931655}" dt="2026-06-22T07:14:00.017" v="4" actId="47"/>
        <pc:sldMkLst>
          <pc:docMk/>
          <pc:sldMk cId="2558734788" sldId="260"/>
        </pc:sldMkLst>
      </pc:sldChg>
      <pc:sldChg chg="addSp delSp modSp new mod">
        <pc:chgData name="Kevin Ruck" userId="9a0b7a1e-0c51-48b0-8af5-c97bdf895c7e" providerId="ADAL" clId="{E625BF8D-AB7F-49E9-BBE4-E46C31931655}" dt="2026-06-22T16:34:16.036" v="1192" actId="20577"/>
        <pc:sldMkLst>
          <pc:docMk/>
          <pc:sldMk cId="1637140422" sldId="261"/>
        </pc:sldMkLst>
        <pc:spChg chg="mod">
          <ac:chgData name="Kevin Ruck" userId="9a0b7a1e-0c51-48b0-8af5-c97bdf895c7e" providerId="ADAL" clId="{E625BF8D-AB7F-49E9-BBE4-E46C31931655}" dt="2026-06-22T09:04:17.298" v="274" actId="20577"/>
          <ac:spMkLst>
            <pc:docMk/>
            <pc:sldMk cId="1637140422" sldId="261"/>
            <ac:spMk id="2" creationId="{DB34B6AC-A7AF-A2B6-149C-298C435B7505}"/>
          </ac:spMkLst>
        </pc:spChg>
        <pc:spChg chg="del">
          <ac:chgData name="Kevin Ruck" userId="9a0b7a1e-0c51-48b0-8af5-c97bdf895c7e" providerId="ADAL" clId="{E625BF8D-AB7F-49E9-BBE4-E46C31931655}" dt="2026-06-22T16:16:18.894" v="526" actId="478"/>
          <ac:spMkLst>
            <pc:docMk/>
            <pc:sldMk cId="1637140422" sldId="261"/>
            <ac:spMk id="3" creationId="{2669A081-F12C-D1DF-BA22-257614A00C3B}"/>
          </ac:spMkLst>
        </pc:spChg>
        <pc:spChg chg="add mod">
          <ac:chgData name="Kevin Ruck" userId="9a0b7a1e-0c51-48b0-8af5-c97bdf895c7e" providerId="ADAL" clId="{E625BF8D-AB7F-49E9-BBE4-E46C31931655}" dt="2026-06-22T16:16:30.312" v="550" actId="20577"/>
          <ac:spMkLst>
            <pc:docMk/>
            <pc:sldMk cId="1637140422" sldId="261"/>
            <ac:spMk id="4" creationId="{5EF5628D-BA0D-1E3B-DAEA-8DA46181802D}"/>
          </ac:spMkLst>
        </pc:spChg>
        <pc:spChg chg="add mod">
          <ac:chgData name="Kevin Ruck" userId="9a0b7a1e-0c51-48b0-8af5-c97bdf895c7e" providerId="ADAL" clId="{E625BF8D-AB7F-49E9-BBE4-E46C31931655}" dt="2026-06-22T16:16:47.691" v="585" actId="20577"/>
          <ac:spMkLst>
            <pc:docMk/>
            <pc:sldMk cId="1637140422" sldId="261"/>
            <ac:spMk id="5" creationId="{3F20F868-4D67-D9DE-EAED-12D06D84FE55}"/>
          </ac:spMkLst>
        </pc:spChg>
        <pc:spChg chg="add mod">
          <ac:chgData name="Kevin Ruck" userId="9a0b7a1e-0c51-48b0-8af5-c97bdf895c7e" providerId="ADAL" clId="{E625BF8D-AB7F-49E9-BBE4-E46C31931655}" dt="2026-06-22T16:33:54.364" v="1174" actId="20577"/>
          <ac:spMkLst>
            <pc:docMk/>
            <pc:sldMk cId="1637140422" sldId="261"/>
            <ac:spMk id="6" creationId="{F6ECE346-C461-8E6A-AE71-0BC427CDEE9A}"/>
          </ac:spMkLst>
        </pc:spChg>
        <pc:spChg chg="add mod">
          <ac:chgData name="Kevin Ruck" userId="9a0b7a1e-0c51-48b0-8af5-c97bdf895c7e" providerId="ADAL" clId="{E625BF8D-AB7F-49E9-BBE4-E46C31931655}" dt="2026-06-22T16:34:16.036" v="1192" actId="20577"/>
          <ac:spMkLst>
            <pc:docMk/>
            <pc:sldMk cId="1637140422" sldId="261"/>
            <ac:spMk id="7" creationId="{708E58B2-B1FA-2664-430F-31709CFF0026}"/>
          </ac:spMkLst>
        </pc:spChg>
      </pc:sldChg>
      <pc:sldChg chg="del">
        <pc:chgData name="Kevin Ruck" userId="9a0b7a1e-0c51-48b0-8af5-c97bdf895c7e" providerId="ADAL" clId="{E625BF8D-AB7F-49E9-BBE4-E46C31931655}" dt="2026-06-22T07:13:57.507" v="1" actId="47"/>
        <pc:sldMkLst>
          <pc:docMk/>
          <pc:sldMk cId="2554612458" sldId="261"/>
        </pc:sldMkLst>
      </pc:sldChg>
      <pc:sldChg chg="addSp delSp modSp new mod">
        <pc:chgData name="Kevin Ruck" userId="9a0b7a1e-0c51-48b0-8af5-c97bdf895c7e" providerId="ADAL" clId="{E625BF8D-AB7F-49E9-BBE4-E46C31931655}" dt="2026-06-22T16:38:32.421" v="1274" actId="20577"/>
        <pc:sldMkLst>
          <pc:docMk/>
          <pc:sldMk cId="934761076" sldId="262"/>
        </pc:sldMkLst>
        <pc:spChg chg="mod">
          <ac:chgData name="Kevin Ruck" userId="9a0b7a1e-0c51-48b0-8af5-c97bdf895c7e" providerId="ADAL" clId="{E625BF8D-AB7F-49E9-BBE4-E46C31931655}" dt="2026-06-22T09:04:26.801" v="280" actId="20577"/>
          <ac:spMkLst>
            <pc:docMk/>
            <pc:sldMk cId="934761076" sldId="262"/>
            <ac:spMk id="2" creationId="{9AA7B0FE-D9DC-C393-E9D1-78D43AA585EF}"/>
          </ac:spMkLst>
        </pc:spChg>
        <pc:spChg chg="del">
          <ac:chgData name="Kevin Ruck" userId="9a0b7a1e-0c51-48b0-8af5-c97bdf895c7e" providerId="ADAL" clId="{E625BF8D-AB7F-49E9-BBE4-E46C31931655}" dt="2026-06-22T16:37:44.708" v="1195" actId="478"/>
          <ac:spMkLst>
            <pc:docMk/>
            <pc:sldMk cId="934761076" sldId="262"/>
            <ac:spMk id="3" creationId="{2D31C12F-216F-311D-9C7B-0E8665FCEF91}"/>
          </ac:spMkLst>
        </pc:spChg>
        <pc:spChg chg="add mod">
          <ac:chgData name="Kevin Ruck" userId="9a0b7a1e-0c51-48b0-8af5-c97bdf895c7e" providerId="ADAL" clId="{E625BF8D-AB7F-49E9-BBE4-E46C31931655}" dt="2026-06-22T16:38:32.421" v="1274" actId="20577"/>
          <ac:spMkLst>
            <pc:docMk/>
            <pc:sldMk cId="934761076" sldId="262"/>
            <ac:spMk id="4" creationId="{5AE3E907-FE1E-A045-C922-BD7770CF3E02}"/>
          </ac:spMkLst>
        </pc:spChg>
      </pc:sldChg>
      <pc:sldChg chg="del">
        <pc:chgData name="Kevin Ruck" userId="9a0b7a1e-0c51-48b0-8af5-c97bdf895c7e" providerId="ADAL" clId="{E625BF8D-AB7F-49E9-BBE4-E46C31931655}" dt="2026-06-22T07:13:56.857" v="0" actId="47"/>
        <pc:sldMkLst>
          <pc:docMk/>
          <pc:sldMk cId="2375951990" sldId="262"/>
        </pc:sldMkLst>
      </pc:sldChg>
      <pc:sldChg chg="del">
        <pc:chgData name="Kevin Ruck" userId="9a0b7a1e-0c51-48b0-8af5-c97bdf895c7e" providerId="ADAL" clId="{E625BF8D-AB7F-49E9-BBE4-E46C31931655}" dt="2026-06-22T07:13:59.189" v="3" actId="47"/>
        <pc:sldMkLst>
          <pc:docMk/>
          <pc:sldMk cId="4010614969" sldId="263"/>
        </pc:sldMkLst>
      </pc:sldChg>
      <pc:sldChg chg="del">
        <pc:chgData name="Kevin Ruck" userId="9a0b7a1e-0c51-48b0-8af5-c97bdf895c7e" providerId="ADAL" clId="{E625BF8D-AB7F-49E9-BBE4-E46C31931655}" dt="2026-06-22T07:13:58.226" v="2" actId="47"/>
        <pc:sldMkLst>
          <pc:docMk/>
          <pc:sldMk cId="4288403737" sldId="26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55D265-FE6E-469F-B6F1-0C34F02645D2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3A8990C-9700-4FDE-8AE6-98108EDBFCC0}">
      <dgm:prSet phldrT="[Text]" phldr="0"/>
      <dgm:spPr/>
      <dgm:t>
        <a:bodyPr/>
        <a:lstStyle/>
        <a:p>
          <a:r>
            <a:rPr lang="en-GB" dirty="0"/>
            <a:t>Homepage</a:t>
          </a:r>
        </a:p>
      </dgm:t>
    </dgm:pt>
    <dgm:pt modelId="{F75AF4D0-9B65-4AE7-B2EE-D9F38532F78E}" type="parTrans" cxnId="{A541E911-E139-45E0-BD0B-6EE51F279968}">
      <dgm:prSet/>
      <dgm:spPr/>
      <dgm:t>
        <a:bodyPr/>
        <a:lstStyle/>
        <a:p>
          <a:endParaRPr lang="en-GB"/>
        </a:p>
      </dgm:t>
    </dgm:pt>
    <dgm:pt modelId="{2F9CF778-0B83-4822-8617-C4C703F49B90}" type="sibTrans" cxnId="{A541E911-E139-45E0-BD0B-6EE51F279968}">
      <dgm:prSet/>
      <dgm:spPr/>
      <dgm:t>
        <a:bodyPr/>
        <a:lstStyle/>
        <a:p>
          <a:endParaRPr lang="en-GB"/>
        </a:p>
      </dgm:t>
    </dgm:pt>
    <dgm:pt modelId="{0FC008D9-F455-4FC1-A9F9-222F90B8F2C3}">
      <dgm:prSet phldrT="[Text]" phldr="0"/>
      <dgm:spPr/>
      <dgm:t>
        <a:bodyPr/>
        <a:lstStyle/>
        <a:p>
          <a:r>
            <a:rPr lang="en-GB" dirty="0"/>
            <a:t>Publications</a:t>
          </a:r>
        </a:p>
      </dgm:t>
    </dgm:pt>
    <dgm:pt modelId="{1B3BFA0E-608B-4731-B7C6-8F660D077DDF}" type="parTrans" cxnId="{2AFE567D-16A0-4606-9FC1-04104A2EB4FF}">
      <dgm:prSet/>
      <dgm:spPr/>
      <dgm:t>
        <a:bodyPr/>
        <a:lstStyle/>
        <a:p>
          <a:endParaRPr lang="en-GB"/>
        </a:p>
      </dgm:t>
    </dgm:pt>
    <dgm:pt modelId="{1869E304-3C22-4962-A3F6-58FE7F47068D}" type="sibTrans" cxnId="{2AFE567D-16A0-4606-9FC1-04104A2EB4FF}">
      <dgm:prSet/>
      <dgm:spPr/>
      <dgm:t>
        <a:bodyPr/>
        <a:lstStyle/>
        <a:p>
          <a:endParaRPr lang="en-GB"/>
        </a:p>
      </dgm:t>
    </dgm:pt>
    <dgm:pt modelId="{CF59A947-4006-4B00-A956-6689B100EA30}">
      <dgm:prSet phldrT="[Text]" phldr="0"/>
      <dgm:spPr/>
      <dgm:t>
        <a:bodyPr/>
        <a:lstStyle/>
        <a:p>
          <a:r>
            <a:rPr lang="en-GB" dirty="0"/>
            <a:t>Books</a:t>
          </a:r>
        </a:p>
      </dgm:t>
    </dgm:pt>
    <dgm:pt modelId="{9D96ECE0-23F5-436F-923E-77672BC09DE7}" type="parTrans" cxnId="{C1121F8A-87DA-4CBD-8018-BFA945961FAB}">
      <dgm:prSet/>
      <dgm:spPr/>
      <dgm:t>
        <a:bodyPr/>
        <a:lstStyle/>
        <a:p>
          <a:endParaRPr lang="en-GB"/>
        </a:p>
      </dgm:t>
    </dgm:pt>
    <dgm:pt modelId="{3F8C9F33-05B6-49AA-8A39-46B7389A0D9B}" type="sibTrans" cxnId="{C1121F8A-87DA-4CBD-8018-BFA945961FAB}">
      <dgm:prSet/>
      <dgm:spPr/>
      <dgm:t>
        <a:bodyPr/>
        <a:lstStyle/>
        <a:p>
          <a:endParaRPr lang="en-GB"/>
        </a:p>
      </dgm:t>
    </dgm:pt>
    <dgm:pt modelId="{7566CE08-98FF-438F-A44B-CF75398ADCB4}">
      <dgm:prSet phldrT="[Text]" phldr="0"/>
      <dgm:spPr/>
      <dgm:t>
        <a:bodyPr/>
        <a:lstStyle/>
        <a:p>
          <a:r>
            <a:rPr lang="en-GB" dirty="0"/>
            <a:t>Reports</a:t>
          </a:r>
        </a:p>
      </dgm:t>
    </dgm:pt>
    <dgm:pt modelId="{2813C3A2-6492-4818-BD3C-2CB9A9193B7B}" type="parTrans" cxnId="{16E30D84-75FF-4D90-8293-34E2E894D652}">
      <dgm:prSet/>
      <dgm:spPr/>
      <dgm:t>
        <a:bodyPr/>
        <a:lstStyle/>
        <a:p>
          <a:endParaRPr lang="en-GB"/>
        </a:p>
      </dgm:t>
    </dgm:pt>
    <dgm:pt modelId="{30FF5244-110B-461D-9506-A27D12CBDF7C}" type="sibTrans" cxnId="{16E30D84-75FF-4D90-8293-34E2E894D652}">
      <dgm:prSet/>
      <dgm:spPr/>
      <dgm:t>
        <a:bodyPr/>
        <a:lstStyle/>
        <a:p>
          <a:endParaRPr lang="en-GB"/>
        </a:p>
      </dgm:t>
    </dgm:pt>
    <dgm:pt modelId="{BEB886FA-DAD0-4351-B934-03D504B5E2FA}">
      <dgm:prSet phldrT="[Text]" phldr="0"/>
      <dgm:spPr/>
      <dgm:t>
        <a:bodyPr/>
        <a:lstStyle/>
        <a:p>
          <a:r>
            <a:rPr lang="en-GB" dirty="0"/>
            <a:t>Events</a:t>
          </a:r>
        </a:p>
      </dgm:t>
    </dgm:pt>
    <dgm:pt modelId="{9D47AFC9-C0DD-4164-86D2-6FC68DC67A1D}" type="parTrans" cxnId="{6C2E11B6-1698-429A-A183-6A12BDD16F05}">
      <dgm:prSet/>
      <dgm:spPr/>
      <dgm:t>
        <a:bodyPr/>
        <a:lstStyle/>
        <a:p>
          <a:endParaRPr lang="en-GB"/>
        </a:p>
      </dgm:t>
    </dgm:pt>
    <dgm:pt modelId="{6585F6E6-A324-4B0C-9F1D-D2FB1DA91E28}" type="sibTrans" cxnId="{6C2E11B6-1698-429A-A183-6A12BDD16F05}">
      <dgm:prSet/>
      <dgm:spPr/>
      <dgm:t>
        <a:bodyPr/>
        <a:lstStyle/>
        <a:p>
          <a:endParaRPr lang="en-GB"/>
        </a:p>
      </dgm:t>
    </dgm:pt>
    <dgm:pt modelId="{0C46EABB-9452-4083-8A16-3A9397F3C180}">
      <dgm:prSet phldrT="[Text]" phldr="0"/>
      <dgm:spPr/>
      <dgm:t>
        <a:bodyPr/>
        <a:lstStyle/>
        <a:p>
          <a:r>
            <a:rPr lang="en-GB" dirty="0"/>
            <a:t>Upcoming</a:t>
          </a:r>
        </a:p>
      </dgm:t>
    </dgm:pt>
    <dgm:pt modelId="{B95345C9-FA68-4F8E-94A0-46718AC7B8A0}" type="parTrans" cxnId="{FA353BA6-F8ED-40D2-B006-4754C77F690A}">
      <dgm:prSet/>
      <dgm:spPr/>
      <dgm:t>
        <a:bodyPr/>
        <a:lstStyle/>
        <a:p>
          <a:endParaRPr lang="en-GB"/>
        </a:p>
      </dgm:t>
    </dgm:pt>
    <dgm:pt modelId="{B887C74F-C377-451D-8716-2D8BE635A585}" type="sibTrans" cxnId="{FA353BA6-F8ED-40D2-B006-4754C77F690A}">
      <dgm:prSet/>
      <dgm:spPr/>
      <dgm:t>
        <a:bodyPr/>
        <a:lstStyle/>
        <a:p>
          <a:endParaRPr lang="en-GB"/>
        </a:p>
      </dgm:t>
    </dgm:pt>
    <dgm:pt modelId="{27AF1F87-1309-4B93-9518-7177CCF0EDD2}">
      <dgm:prSet phldrT="[Text]" phldr="0" custT="1"/>
      <dgm:spPr/>
      <dgm:t>
        <a:bodyPr/>
        <a:lstStyle/>
        <a:p>
          <a:r>
            <a:rPr lang="en-GB" sz="1200" dirty="0"/>
            <a:t>Summary of ICRH-Europe. Includes sponsors/partners.</a:t>
          </a:r>
        </a:p>
      </dgm:t>
    </dgm:pt>
    <dgm:pt modelId="{C188A7C3-2B82-47CB-BDDF-DB5F1211C4E0}" type="parTrans" cxnId="{C515EAC4-48D8-4AD8-BCBB-3FCDC041F06F}">
      <dgm:prSet/>
      <dgm:spPr/>
      <dgm:t>
        <a:bodyPr/>
        <a:lstStyle/>
        <a:p>
          <a:endParaRPr lang="en-GB"/>
        </a:p>
      </dgm:t>
    </dgm:pt>
    <dgm:pt modelId="{73AE769E-57AF-4851-ABFE-85451CACA24C}" type="sibTrans" cxnId="{C515EAC4-48D8-4AD8-BCBB-3FCDC041F06F}">
      <dgm:prSet/>
      <dgm:spPr/>
      <dgm:t>
        <a:bodyPr/>
        <a:lstStyle/>
        <a:p>
          <a:endParaRPr lang="en-GB"/>
        </a:p>
      </dgm:t>
    </dgm:pt>
    <dgm:pt modelId="{7B1CAA0E-F39E-4275-96FE-E270C7D04449}">
      <dgm:prSet phldrT="[Text]" phldr="0"/>
      <dgm:spPr/>
      <dgm:t>
        <a:bodyPr/>
        <a:lstStyle/>
        <a:p>
          <a:r>
            <a:rPr lang="en-GB" dirty="0"/>
            <a:t>Level 1</a:t>
          </a:r>
        </a:p>
      </dgm:t>
    </dgm:pt>
    <dgm:pt modelId="{755D111B-1DE5-46DC-95F0-C95954C261C1}" type="parTrans" cxnId="{B9215E7F-4396-44B0-8235-9844EACE0117}">
      <dgm:prSet/>
      <dgm:spPr/>
      <dgm:t>
        <a:bodyPr/>
        <a:lstStyle/>
        <a:p>
          <a:endParaRPr lang="en-GB"/>
        </a:p>
      </dgm:t>
    </dgm:pt>
    <dgm:pt modelId="{CB28EE14-6991-4B79-B09F-747471C16C2D}" type="sibTrans" cxnId="{B9215E7F-4396-44B0-8235-9844EACE0117}">
      <dgm:prSet/>
      <dgm:spPr/>
      <dgm:t>
        <a:bodyPr/>
        <a:lstStyle/>
        <a:p>
          <a:endParaRPr lang="en-GB"/>
        </a:p>
      </dgm:t>
    </dgm:pt>
    <dgm:pt modelId="{B1114366-B457-49EF-BA0E-632F4ED9D154}">
      <dgm:prSet phldrT="[Text]" phldr="0"/>
      <dgm:spPr/>
      <dgm:t>
        <a:bodyPr/>
        <a:lstStyle/>
        <a:p>
          <a:r>
            <a:rPr lang="en-GB" dirty="0"/>
            <a:t>Level 2</a:t>
          </a:r>
        </a:p>
      </dgm:t>
    </dgm:pt>
    <dgm:pt modelId="{EC71F1DF-5D62-4B62-9050-EFD3B5FC2C23}" type="parTrans" cxnId="{B99A817D-006A-405C-A093-4A8C16851D37}">
      <dgm:prSet/>
      <dgm:spPr/>
      <dgm:t>
        <a:bodyPr/>
        <a:lstStyle/>
        <a:p>
          <a:endParaRPr lang="en-GB"/>
        </a:p>
      </dgm:t>
    </dgm:pt>
    <dgm:pt modelId="{8BCD6C20-5F94-4EFA-9907-078E54EEE483}" type="sibTrans" cxnId="{B99A817D-006A-405C-A093-4A8C16851D37}">
      <dgm:prSet/>
      <dgm:spPr/>
      <dgm:t>
        <a:bodyPr/>
        <a:lstStyle/>
        <a:p>
          <a:endParaRPr lang="en-GB"/>
        </a:p>
      </dgm:t>
    </dgm:pt>
    <dgm:pt modelId="{56BC883F-E537-4104-AF70-FE456436159C}">
      <dgm:prSet/>
      <dgm:spPr/>
      <dgm:t>
        <a:bodyPr/>
        <a:lstStyle/>
        <a:p>
          <a:r>
            <a:rPr lang="en-GB" dirty="0"/>
            <a:t>Research</a:t>
          </a:r>
        </a:p>
      </dgm:t>
    </dgm:pt>
    <dgm:pt modelId="{A5B33382-2A1D-4E3C-A231-1BB973F1BA88}" type="parTrans" cxnId="{02772FAB-4E34-4301-BB38-E36846A8E438}">
      <dgm:prSet/>
      <dgm:spPr/>
      <dgm:t>
        <a:bodyPr/>
        <a:lstStyle/>
        <a:p>
          <a:endParaRPr lang="en-GB"/>
        </a:p>
      </dgm:t>
    </dgm:pt>
    <dgm:pt modelId="{5056E008-6B36-4894-8A68-00A800DEF631}" type="sibTrans" cxnId="{02772FAB-4E34-4301-BB38-E36846A8E438}">
      <dgm:prSet/>
      <dgm:spPr/>
      <dgm:t>
        <a:bodyPr/>
        <a:lstStyle/>
        <a:p>
          <a:endParaRPr lang="en-GB"/>
        </a:p>
      </dgm:t>
    </dgm:pt>
    <dgm:pt modelId="{141D9A8A-8EFB-480F-8A9E-CFF226CF61BD}">
      <dgm:prSet/>
      <dgm:spPr/>
      <dgm:t>
        <a:bodyPr/>
        <a:lstStyle/>
        <a:p>
          <a:r>
            <a:rPr lang="en-GB" dirty="0"/>
            <a:t>Articles</a:t>
          </a:r>
        </a:p>
      </dgm:t>
    </dgm:pt>
    <dgm:pt modelId="{C8C5CB0F-9EE3-40CE-B592-4E5E88F8267D}" type="parTrans" cxnId="{2ABBA064-7013-426A-83C6-AE46C5154060}">
      <dgm:prSet/>
      <dgm:spPr/>
      <dgm:t>
        <a:bodyPr/>
        <a:lstStyle/>
        <a:p>
          <a:endParaRPr lang="en-GB"/>
        </a:p>
      </dgm:t>
    </dgm:pt>
    <dgm:pt modelId="{D2FE7008-4088-49B9-A43C-B08A4B5E691C}" type="sibTrans" cxnId="{2ABBA064-7013-426A-83C6-AE46C5154060}">
      <dgm:prSet/>
      <dgm:spPr/>
      <dgm:t>
        <a:bodyPr/>
        <a:lstStyle/>
        <a:p>
          <a:endParaRPr lang="en-GB"/>
        </a:p>
      </dgm:t>
    </dgm:pt>
    <dgm:pt modelId="{B1F7A2AB-6205-480F-A32F-2168B90CC846}">
      <dgm:prSet/>
      <dgm:spPr/>
      <dgm:t>
        <a:bodyPr/>
        <a:lstStyle/>
        <a:p>
          <a:r>
            <a:rPr lang="en-GB" dirty="0"/>
            <a:t>Past</a:t>
          </a:r>
        </a:p>
      </dgm:t>
    </dgm:pt>
    <dgm:pt modelId="{1E6CC743-24E5-4C8C-B118-AB641F0237A7}" type="parTrans" cxnId="{03FFCF8C-BA66-4A5B-A5CF-371521DEA0F0}">
      <dgm:prSet/>
      <dgm:spPr/>
      <dgm:t>
        <a:bodyPr/>
        <a:lstStyle/>
        <a:p>
          <a:endParaRPr lang="en-GB"/>
        </a:p>
      </dgm:t>
    </dgm:pt>
    <dgm:pt modelId="{AA9042C5-5933-4687-A01C-7D1F8EBBFD25}" type="sibTrans" cxnId="{03FFCF8C-BA66-4A5B-A5CF-371521DEA0F0}">
      <dgm:prSet/>
      <dgm:spPr/>
      <dgm:t>
        <a:bodyPr/>
        <a:lstStyle/>
        <a:p>
          <a:endParaRPr lang="en-GB"/>
        </a:p>
      </dgm:t>
    </dgm:pt>
    <dgm:pt modelId="{0DB0B919-01F9-4C4C-A338-67E3272F989E}">
      <dgm:prSet/>
      <dgm:spPr/>
      <dgm:t>
        <a:bodyPr/>
        <a:lstStyle/>
        <a:p>
          <a:r>
            <a:rPr lang="en-GB" dirty="0"/>
            <a:t>Global Excellence Study</a:t>
          </a:r>
        </a:p>
      </dgm:t>
    </dgm:pt>
    <dgm:pt modelId="{06C1F9B2-725E-4F47-9D24-AE9ABADE53C9}" type="parTrans" cxnId="{09CF87C0-FE4D-4827-B621-6B728A93979B}">
      <dgm:prSet/>
      <dgm:spPr/>
      <dgm:t>
        <a:bodyPr/>
        <a:lstStyle/>
        <a:p>
          <a:endParaRPr lang="en-GB"/>
        </a:p>
      </dgm:t>
    </dgm:pt>
    <dgm:pt modelId="{20342EA9-C8F3-43A6-8097-54DDE98F4C56}" type="sibTrans" cxnId="{09CF87C0-FE4D-4827-B621-6B728A93979B}">
      <dgm:prSet/>
      <dgm:spPr/>
      <dgm:t>
        <a:bodyPr/>
        <a:lstStyle/>
        <a:p>
          <a:endParaRPr lang="en-GB"/>
        </a:p>
      </dgm:t>
    </dgm:pt>
    <dgm:pt modelId="{10B16949-E422-4591-B715-23374F26F572}">
      <dgm:prSet/>
      <dgm:spPr/>
      <dgm:t>
        <a:bodyPr/>
        <a:lstStyle/>
        <a:p>
          <a:r>
            <a:rPr lang="en-GB" dirty="0"/>
            <a:t>Organisational Resilience</a:t>
          </a:r>
        </a:p>
      </dgm:t>
    </dgm:pt>
    <dgm:pt modelId="{FE5C27C9-2C00-436A-8AED-B92264FFA88E}" type="parTrans" cxnId="{5B21F157-CEF7-4EDF-AD40-9CED6D66EA38}">
      <dgm:prSet/>
      <dgm:spPr/>
      <dgm:t>
        <a:bodyPr/>
        <a:lstStyle/>
        <a:p>
          <a:endParaRPr lang="en-GB"/>
        </a:p>
      </dgm:t>
    </dgm:pt>
    <dgm:pt modelId="{85DCE3FF-2071-4A1F-B4F1-882BC38AD052}" type="sibTrans" cxnId="{5B21F157-CEF7-4EDF-AD40-9CED6D66EA38}">
      <dgm:prSet/>
      <dgm:spPr/>
      <dgm:t>
        <a:bodyPr/>
        <a:lstStyle/>
        <a:p>
          <a:endParaRPr lang="en-GB"/>
        </a:p>
      </dgm:t>
    </dgm:pt>
    <dgm:pt modelId="{67BF9AB6-29CB-417D-A4B2-155E00EDF305}">
      <dgm:prSet/>
      <dgm:spPr/>
      <dgm:t>
        <a:bodyPr/>
        <a:lstStyle/>
        <a:p>
          <a:r>
            <a:rPr lang="en-GB" dirty="0"/>
            <a:t>About</a:t>
          </a:r>
        </a:p>
      </dgm:t>
    </dgm:pt>
    <dgm:pt modelId="{3558874C-2FA0-4738-8D3A-0484113F06C7}" type="parTrans" cxnId="{7C250135-9C01-4E0E-80E0-810DCD60BCEA}">
      <dgm:prSet/>
      <dgm:spPr/>
      <dgm:t>
        <a:bodyPr/>
        <a:lstStyle/>
        <a:p>
          <a:endParaRPr lang="en-GB"/>
        </a:p>
      </dgm:t>
    </dgm:pt>
    <dgm:pt modelId="{2EEB0F6D-28BF-43FE-94DA-548A19994B87}" type="sibTrans" cxnId="{7C250135-9C01-4E0E-80E0-810DCD60BCEA}">
      <dgm:prSet/>
      <dgm:spPr/>
      <dgm:t>
        <a:bodyPr/>
        <a:lstStyle/>
        <a:p>
          <a:endParaRPr lang="en-GB"/>
        </a:p>
      </dgm:t>
    </dgm:pt>
    <dgm:pt modelId="{B566256B-4A94-4376-B07F-A264BD415E76}" type="pres">
      <dgm:prSet presAssocID="{9E55D265-FE6E-469F-B6F1-0C34F02645D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79BF425-E0CC-497C-A642-57FD464ADD6A}" type="pres">
      <dgm:prSet presAssocID="{9E55D265-FE6E-469F-B6F1-0C34F02645D2}" presName="hierFlow" presStyleCnt="0"/>
      <dgm:spPr/>
    </dgm:pt>
    <dgm:pt modelId="{60E71ECC-9570-4777-AB66-BDEC2878D690}" type="pres">
      <dgm:prSet presAssocID="{9E55D265-FE6E-469F-B6F1-0C34F02645D2}" presName="firstBuf" presStyleCnt="0"/>
      <dgm:spPr/>
    </dgm:pt>
    <dgm:pt modelId="{32576A04-DDC9-4DC9-9988-ECBE37C1225D}" type="pres">
      <dgm:prSet presAssocID="{9E55D265-FE6E-469F-B6F1-0C34F02645D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6DAB8AA-0815-472C-87B4-456E1F868239}" type="pres">
      <dgm:prSet presAssocID="{F3A8990C-9700-4FDE-8AE6-98108EDBFCC0}" presName="Name14" presStyleCnt="0"/>
      <dgm:spPr/>
    </dgm:pt>
    <dgm:pt modelId="{0F369E3D-04F0-4C11-828B-67260C649632}" type="pres">
      <dgm:prSet presAssocID="{F3A8990C-9700-4FDE-8AE6-98108EDBFCC0}" presName="level1Shape" presStyleLbl="node0" presStyleIdx="0" presStyleCnt="1">
        <dgm:presLayoutVars>
          <dgm:chPref val="3"/>
        </dgm:presLayoutVars>
      </dgm:prSet>
      <dgm:spPr/>
    </dgm:pt>
    <dgm:pt modelId="{33A29DA5-CDC8-4820-9D27-5F9FCAF83476}" type="pres">
      <dgm:prSet presAssocID="{F3A8990C-9700-4FDE-8AE6-98108EDBFCC0}" presName="hierChild2" presStyleCnt="0"/>
      <dgm:spPr/>
    </dgm:pt>
    <dgm:pt modelId="{BD18E785-04AF-4161-8898-80B53C148793}" type="pres">
      <dgm:prSet presAssocID="{1B3BFA0E-608B-4731-B7C6-8F660D077DDF}" presName="Name19" presStyleLbl="parChTrans1D2" presStyleIdx="0" presStyleCnt="4"/>
      <dgm:spPr/>
    </dgm:pt>
    <dgm:pt modelId="{F210B840-5119-4A06-85A1-306414493B60}" type="pres">
      <dgm:prSet presAssocID="{0FC008D9-F455-4FC1-A9F9-222F90B8F2C3}" presName="Name21" presStyleCnt="0"/>
      <dgm:spPr/>
    </dgm:pt>
    <dgm:pt modelId="{035A0359-B426-4897-9500-75AA3ACA5E42}" type="pres">
      <dgm:prSet presAssocID="{0FC008D9-F455-4FC1-A9F9-222F90B8F2C3}" presName="level2Shape" presStyleLbl="node2" presStyleIdx="0" presStyleCnt="4"/>
      <dgm:spPr/>
    </dgm:pt>
    <dgm:pt modelId="{4D901303-3A75-413D-BD68-76AA5992112E}" type="pres">
      <dgm:prSet presAssocID="{0FC008D9-F455-4FC1-A9F9-222F90B8F2C3}" presName="hierChild3" presStyleCnt="0"/>
      <dgm:spPr/>
    </dgm:pt>
    <dgm:pt modelId="{D4A476B4-A8E0-4F37-9F08-C1BF0CE281A1}" type="pres">
      <dgm:prSet presAssocID="{9D96ECE0-23F5-436F-923E-77672BC09DE7}" presName="Name19" presStyleLbl="parChTrans1D3" presStyleIdx="0" presStyleCnt="7"/>
      <dgm:spPr/>
    </dgm:pt>
    <dgm:pt modelId="{091FF08F-926F-40C8-973C-3164CE90BAF7}" type="pres">
      <dgm:prSet presAssocID="{CF59A947-4006-4B00-A956-6689B100EA30}" presName="Name21" presStyleCnt="0"/>
      <dgm:spPr/>
    </dgm:pt>
    <dgm:pt modelId="{E7331E37-22FC-4B3F-9F46-19B37E7F56E5}" type="pres">
      <dgm:prSet presAssocID="{CF59A947-4006-4B00-A956-6689B100EA30}" presName="level2Shape" presStyleLbl="node3" presStyleIdx="0" presStyleCnt="7"/>
      <dgm:spPr/>
    </dgm:pt>
    <dgm:pt modelId="{1242C1F3-63DB-4BD5-8B04-58314D67A17F}" type="pres">
      <dgm:prSet presAssocID="{CF59A947-4006-4B00-A956-6689B100EA30}" presName="hierChild3" presStyleCnt="0"/>
      <dgm:spPr/>
    </dgm:pt>
    <dgm:pt modelId="{461E8461-4D56-4A37-938B-D33C44D3261E}" type="pres">
      <dgm:prSet presAssocID="{2813C3A2-6492-4818-BD3C-2CB9A9193B7B}" presName="Name19" presStyleLbl="parChTrans1D3" presStyleIdx="1" presStyleCnt="7"/>
      <dgm:spPr/>
    </dgm:pt>
    <dgm:pt modelId="{C4D23BA9-4003-4583-94C2-AE429994C189}" type="pres">
      <dgm:prSet presAssocID="{7566CE08-98FF-438F-A44B-CF75398ADCB4}" presName="Name21" presStyleCnt="0"/>
      <dgm:spPr/>
    </dgm:pt>
    <dgm:pt modelId="{7BC2EEC7-B5A9-4959-9357-98C6A4689452}" type="pres">
      <dgm:prSet presAssocID="{7566CE08-98FF-438F-A44B-CF75398ADCB4}" presName="level2Shape" presStyleLbl="node3" presStyleIdx="1" presStyleCnt="7"/>
      <dgm:spPr/>
    </dgm:pt>
    <dgm:pt modelId="{12A349CD-ECA0-4C03-8E73-FCF82E511333}" type="pres">
      <dgm:prSet presAssocID="{7566CE08-98FF-438F-A44B-CF75398ADCB4}" presName="hierChild3" presStyleCnt="0"/>
      <dgm:spPr/>
    </dgm:pt>
    <dgm:pt modelId="{55E1E78C-83E5-4492-B422-E094E60DF917}" type="pres">
      <dgm:prSet presAssocID="{C8C5CB0F-9EE3-40CE-B592-4E5E88F8267D}" presName="Name19" presStyleLbl="parChTrans1D3" presStyleIdx="2" presStyleCnt="7"/>
      <dgm:spPr/>
    </dgm:pt>
    <dgm:pt modelId="{4F653A73-93DB-4164-AF04-841B83CD1DC6}" type="pres">
      <dgm:prSet presAssocID="{141D9A8A-8EFB-480F-8A9E-CFF226CF61BD}" presName="Name21" presStyleCnt="0"/>
      <dgm:spPr/>
    </dgm:pt>
    <dgm:pt modelId="{2BFCF600-81B0-4F6A-B4C8-8A03C32427DD}" type="pres">
      <dgm:prSet presAssocID="{141D9A8A-8EFB-480F-8A9E-CFF226CF61BD}" presName="level2Shape" presStyleLbl="node3" presStyleIdx="2" presStyleCnt="7"/>
      <dgm:spPr/>
    </dgm:pt>
    <dgm:pt modelId="{9001D84A-FEBF-4405-9157-76B24C20A697}" type="pres">
      <dgm:prSet presAssocID="{141D9A8A-8EFB-480F-8A9E-CFF226CF61BD}" presName="hierChild3" presStyleCnt="0"/>
      <dgm:spPr/>
    </dgm:pt>
    <dgm:pt modelId="{397610CB-1D9F-44C3-A931-8FA8A0DE9E83}" type="pres">
      <dgm:prSet presAssocID="{9D47AFC9-C0DD-4164-86D2-6FC68DC67A1D}" presName="Name19" presStyleLbl="parChTrans1D2" presStyleIdx="1" presStyleCnt="4"/>
      <dgm:spPr/>
    </dgm:pt>
    <dgm:pt modelId="{C2649413-BA23-4B76-A6F3-1D6531F7E22D}" type="pres">
      <dgm:prSet presAssocID="{BEB886FA-DAD0-4351-B934-03D504B5E2FA}" presName="Name21" presStyleCnt="0"/>
      <dgm:spPr/>
    </dgm:pt>
    <dgm:pt modelId="{0E59EB72-362E-4870-89DF-D6B885D79DF6}" type="pres">
      <dgm:prSet presAssocID="{BEB886FA-DAD0-4351-B934-03D504B5E2FA}" presName="level2Shape" presStyleLbl="node2" presStyleIdx="1" presStyleCnt="4"/>
      <dgm:spPr/>
    </dgm:pt>
    <dgm:pt modelId="{6765458C-2FC8-402D-958D-0B9DD70AF892}" type="pres">
      <dgm:prSet presAssocID="{BEB886FA-DAD0-4351-B934-03D504B5E2FA}" presName="hierChild3" presStyleCnt="0"/>
      <dgm:spPr/>
    </dgm:pt>
    <dgm:pt modelId="{A74C9523-FDB6-4C73-B70E-C0B5789F5A18}" type="pres">
      <dgm:prSet presAssocID="{B95345C9-FA68-4F8E-94A0-46718AC7B8A0}" presName="Name19" presStyleLbl="parChTrans1D3" presStyleIdx="3" presStyleCnt="7"/>
      <dgm:spPr/>
    </dgm:pt>
    <dgm:pt modelId="{DAEB7489-3D13-486E-AB64-0C1C2DD71B46}" type="pres">
      <dgm:prSet presAssocID="{0C46EABB-9452-4083-8A16-3A9397F3C180}" presName="Name21" presStyleCnt="0"/>
      <dgm:spPr/>
    </dgm:pt>
    <dgm:pt modelId="{AEA3F910-3F80-492F-9383-813AB70A42A0}" type="pres">
      <dgm:prSet presAssocID="{0C46EABB-9452-4083-8A16-3A9397F3C180}" presName="level2Shape" presStyleLbl="node3" presStyleIdx="3" presStyleCnt="7"/>
      <dgm:spPr/>
    </dgm:pt>
    <dgm:pt modelId="{23B679A7-7B29-43EA-9B3C-7516B4D30BBB}" type="pres">
      <dgm:prSet presAssocID="{0C46EABB-9452-4083-8A16-3A9397F3C180}" presName="hierChild3" presStyleCnt="0"/>
      <dgm:spPr/>
    </dgm:pt>
    <dgm:pt modelId="{671D3F90-4EB8-484F-A7D2-09C0571A8E66}" type="pres">
      <dgm:prSet presAssocID="{1E6CC743-24E5-4C8C-B118-AB641F0237A7}" presName="Name19" presStyleLbl="parChTrans1D3" presStyleIdx="4" presStyleCnt="7"/>
      <dgm:spPr/>
    </dgm:pt>
    <dgm:pt modelId="{74CF9B08-8543-4DB5-B36B-14EB7058518D}" type="pres">
      <dgm:prSet presAssocID="{B1F7A2AB-6205-480F-A32F-2168B90CC846}" presName="Name21" presStyleCnt="0"/>
      <dgm:spPr/>
    </dgm:pt>
    <dgm:pt modelId="{1C7A4B82-88B4-4726-AE51-63C9FD17A284}" type="pres">
      <dgm:prSet presAssocID="{B1F7A2AB-6205-480F-A32F-2168B90CC846}" presName="level2Shape" presStyleLbl="node3" presStyleIdx="4" presStyleCnt="7"/>
      <dgm:spPr/>
    </dgm:pt>
    <dgm:pt modelId="{738CBDD7-0BD6-4F8C-AC59-699B09325831}" type="pres">
      <dgm:prSet presAssocID="{B1F7A2AB-6205-480F-A32F-2168B90CC846}" presName="hierChild3" presStyleCnt="0"/>
      <dgm:spPr/>
    </dgm:pt>
    <dgm:pt modelId="{1D137AB0-F2B9-4005-BD6E-794435E05B30}" type="pres">
      <dgm:prSet presAssocID="{A5B33382-2A1D-4E3C-A231-1BB973F1BA88}" presName="Name19" presStyleLbl="parChTrans1D2" presStyleIdx="2" presStyleCnt="4"/>
      <dgm:spPr/>
    </dgm:pt>
    <dgm:pt modelId="{30DB7A63-C60C-427C-874A-F3B19808031B}" type="pres">
      <dgm:prSet presAssocID="{56BC883F-E537-4104-AF70-FE456436159C}" presName="Name21" presStyleCnt="0"/>
      <dgm:spPr/>
    </dgm:pt>
    <dgm:pt modelId="{C076CE33-7F76-4DE2-8884-4A62418D4088}" type="pres">
      <dgm:prSet presAssocID="{56BC883F-E537-4104-AF70-FE456436159C}" presName="level2Shape" presStyleLbl="node2" presStyleIdx="2" presStyleCnt="4"/>
      <dgm:spPr/>
    </dgm:pt>
    <dgm:pt modelId="{5AD96B80-5EF6-43DB-A36C-F7F94AADF4B0}" type="pres">
      <dgm:prSet presAssocID="{56BC883F-E537-4104-AF70-FE456436159C}" presName="hierChild3" presStyleCnt="0"/>
      <dgm:spPr/>
    </dgm:pt>
    <dgm:pt modelId="{31A51FE0-9A99-4373-8E3A-429E7E86A7CF}" type="pres">
      <dgm:prSet presAssocID="{06C1F9B2-725E-4F47-9D24-AE9ABADE53C9}" presName="Name19" presStyleLbl="parChTrans1D3" presStyleIdx="5" presStyleCnt="7"/>
      <dgm:spPr/>
    </dgm:pt>
    <dgm:pt modelId="{7E0FFAB2-DF9B-4DDB-9CDF-26F3B6ACBA05}" type="pres">
      <dgm:prSet presAssocID="{0DB0B919-01F9-4C4C-A338-67E3272F989E}" presName="Name21" presStyleCnt="0"/>
      <dgm:spPr/>
    </dgm:pt>
    <dgm:pt modelId="{9304E1DC-A4E3-4DF9-B887-7AE8942C6665}" type="pres">
      <dgm:prSet presAssocID="{0DB0B919-01F9-4C4C-A338-67E3272F989E}" presName="level2Shape" presStyleLbl="node3" presStyleIdx="5" presStyleCnt="7"/>
      <dgm:spPr/>
    </dgm:pt>
    <dgm:pt modelId="{CEE44FBB-232A-4DE0-BB20-76BFE7661F9A}" type="pres">
      <dgm:prSet presAssocID="{0DB0B919-01F9-4C4C-A338-67E3272F989E}" presName="hierChild3" presStyleCnt="0"/>
      <dgm:spPr/>
    </dgm:pt>
    <dgm:pt modelId="{AB28C937-6E61-43A6-90B9-DBD3994BB283}" type="pres">
      <dgm:prSet presAssocID="{FE5C27C9-2C00-436A-8AED-B92264FFA88E}" presName="Name19" presStyleLbl="parChTrans1D3" presStyleIdx="6" presStyleCnt="7"/>
      <dgm:spPr/>
    </dgm:pt>
    <dgm:pt modelId="{4BC23389-735E-420C-B833-18FC1CB308BF}" type="pres">
      <dgm:prSet presAssocID="{10B16949-E422-4591-B715-23374F26F572}" presName="Name21" presStyleCnt="0"/>
      <dgm:spPr/>
    </dgm:pt>
    <dgm:pt modelId="{A7C19CFD-0A16-487D-83F3-658B0EBCBC71}" type="pres">
      <dgm:prSet presAssocID="{10B16949-E422-4591-B715-23374F26F572}" presName="level2Shape" presStyleLbl="node3" presStyleIdx="6" presStyleCnt="7"/>
      <dgm:spPr/>
    </dgm:pt>
    <dgm:pt modelId="{8B2F4A0F-EBAF-416C-B750-8F66B622E1AF}" type="pres">
      <dgm:prSet presAssocID="{10B16949-E422-4591-B715-23374F26F572}" presName="hierChild3" presStyleCnt="0"/>
      <dgm:spPr/>
    </dgm:pt>
    <dgm:pt modelId="{D5FD16B8-F8E2-4747-8852-44257141A41D}" type="pres">
      <dgm:prSet presAssocID="{3558874C-2FA0-4738-8D3A-0484113F06C7}" presName="Name19" presStyleLbl="parChTrans1D2" presStyleIdx="3" presStyleCnt="4"/>
      <dgm:spPr/>
    </dgm:pt>
    <dgm:pt modelId="{379A193D-9034-428D-8B78-609B8DBB8A2E}" type="pres">
      <dgm:prSet presAssocID="{67BF9AB6-29CB-417D-A4B2-155E00EDF305}" presName="Name21" presStyleCnt="0"/>
      <dgm:spPr/>
    </dgm:pt>
    <dgm:pt modelId="{2CAFD8C2-1FFA-4376-8ACB-F9BA107C23BA}" type="pres">
      <dgm:prSet presAssocID="{67BF9AB6-29CB-417D-A4B2-155E00EDF305}" presName="level2Shape" presStyleLbl="node2" presStyleIdx="3" presStyleCnt="4"/>
      <dgm:spPr/>
    </dgm:pt>
    <dgm:pt modelId="{A18344C3-7047-4FDD-B881-D2C245D4E4F0}" type="pres">
      <dgm:prSet presAssocID="{67BF9AB6-29CB-417D-A4B2-155E00EDF305}" presName="hierChild3" presStyleCnt="0"/>
      <dgm:spPr/>
    </dgm:pt>
    <dgm:pt modelId="{EDC03F35-BA4C-4C43-A5BF-B3E1507FAF38}" type="pres">
      <dgm:prSet presAssocID="{9E55D265-FE6E-469F-B6F1-0C34F02645D2}" presName="bgShapesFlow" presStyleCnt="0"/>
      <dgm:spPr/>
    </dgm:pt>
    <dgm:pt modelId="{96111694-9FF2-4980-8ACD-003B2B8C861A}" type="pres">
      <dgm:prSet presAssocID="{27AF1F87-1309-4B93-9518-7177CCF0EDD2}" presName="rectComp" presStyleCnt="0"/>
      <dgm:spPr/>
    </dgm:pt>
    <dgm:pt modelId="{AFA81CE1-5B6E-4092-A883-4701BD68BD0C}" type="pres">
      <dgm:prSet presAssocID="{27AF1F87-1309-4B93-9518-7177CCF0EDD2}" presName="bgRect" presStyleLbl="bgShp" presStyleIdx="0" presStyleCnt="3"/>
      <dgm:spPr/>
    </dgm:pt>
    <dgm:pt modelId="{08557C92-3CEA-4DA7-BFCB-014374559D91}" type="pres">
      <dgm:prSet presAssocID="{27AF1F87-1309-4B93-9518-7177CCF0EDD2}" presName="bgRectTx" presStyleLbl="bgShp" presStyleIdx="0" presStyleCnt="3">
        <dgm:presLayoutVars>
          <dgm:bulletEnabled val="1"/>
        </dgm:presLayoutVars>
      </dgm:prSet>
      <dgm:spPr/>
    </dgm:pt>
    <dgm:pt modelId="{8A2E6DAA-F5CC-41C5-B928-2D5E4B975B27}" type="pres">
      <dgm:prSet presAssocID="{27AF1F87-1309-4B93-9518-7177CCF0EDD2}" presName="spComp" presStyleCnt="0"/>
      <dgm:spPr/>
    </dgm:pt>
    <dgm:pt modelId="{98FD9AD3-901E-45E8-8624-9323CE56F01C}" type="pres">
      <dgm:prSet presAssocID="{27AF1F87-1309-4B93-9518-7177CCF0EDD2}" presName="vSp" presStyleCnt="0"/>
      <dgm:spPr/>
    </dgm:pt>
    <dgm:pt modelId="{E037AF9E-D424-456F-A313-3A8D73E7126D}" type="pres">
      <dgm:prSet presAssocID="{7B1CAA0E-F39E-4275-96FE-E270C7D04449}" presName="rectComp" presStyleCnt="0"/>
      <dgm:spPr/>
    </dgm:pt>
    <dgm:pt modelId="{472C0AFB-BCE4-48F4-AD68-88801270FFC9}" type="pres">
      <dgm:prSet presAssocID="{7B1CAA0E-F39E-4275-96FE-E270C7D04449}" presName="bgRect" presStyleLbl="bgShp" presStyleIdx="1" presStyleCnt="3"/>
      <dgm:spPr/>
    </dgm:pt>
    <dgm:pt modelId="{741A08DA-1224-4B9B-830B-71942E03EC81}" type="pres">
      <dgm:prSet presAssocID="{7B1CAA0E-F39E-4275-96FE-E270C7D04449}" presName="bgRectTx" presStyleLbl="bgShp" presStyleIdx="1" presStyleCnt="3">
        <dgm:presLayoutVars>
          <dgm:bulletEnabled val="1"/>
        </dgm:presLayoutVars>
      </dgm:prSet>
      <dgm:spPr/>
    </dgm:pt>
    <dgm:pt modelId="{25B74862-7DAE-428D-9AB0-6C15F8F6831A}" type="pres">
      <dgm:prSet presAssocID="{7B1CAA0E-F39E-4275-96FE-E270C7D04449}" presName="spComp" presStyleCnt="0"/>
      <dgm:spPr/>
    </dgm:pt>
    <dgm:pt modelId="{05BC44F6-05FE-4A8B-AF7A-00424070DBB8}" type="pres">
      <dgm:prSet presAssocID="{7B1CAA0E-F39E-4275-96FE-E270C7D04449}" presName="vSp" presStyleCnt="0"/>
      <dgm:spPr/>
    </dgm:pt>
    <dgm:pt modelId="{B1DE10AC-B770-4C66-B2B9-54FF74678566}" type="pres">
      <dgm:prSet presAssocID="{B1114366-B457-49EF-BA0E-632F4ED9D154}" presName="rectComp" presStyleCnt="0"/>
      <dgm:spPr/>
    </dgm:pt>
    <dgm:pt modelId="{AD035CCC-E180-44B3-9EE1-B90BDD93F8CF}" type="pres">
      <dgm:prSet presAssocID="{B1114366-B457-49EF-BA0E-632F4ED9D154}" presName="bgRect" presStyleLbl="bgShp" presStyleIdx="2" presStyleCnt="3"/>
      <dgm:spPr/>
    </dgm:pt>
    <dgm:pt modelId="{902D2713-AFD6-4D16-8B92-D47D4A091EE1}" type="pres">
      <dgm:prSet presAssocID="{B1114366-B457-49EF-BA0E-632F4ED9D154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46B0D400-83A8-4FD5-B02E-52A0983011A7}" type="presOf" srcId="{0FC008D9-F455-4FC1-A9F9-222F90B8F2C3}" destId="{035A0359-B426-4897-9500-75AA3ACA5E42}" srcOrd="0" destOrd="0" presId="urn:microsoft.com/office/officeart/2005/8/layout/hierarchy6"/>
    <dgm:cxn modelId="{0ED1FB02-503F-409F-B637-A1B9ED8FE809}" type="presOf" srcId="{27AF1F87-1309-4B93-9518-7177CCF0EDD2}" destId="{08557C92-3CEA-4DA7-BFCB-014374559D91}" srcOrd="1" destOrd="0" presId="urn:microsoft.com/office/officeart/2005/8/layout/hierarchy6"/>
    <dgm:cxn modelId="{767BD806-0719-4D11-B1A0-241928B56AB4}" type="presOf" srcId="{67BF9AB6-29CB-417D-A4B2-155E00EDF305}" destId="{2CAFD8C2-1FFA-4376-8ACB-F9BA107C23BA}" srcOrd="0" destOrd="0" presId="urn:microsoft.com/office/officeart/2005/8/layout/hierarchy6"/>
    <dgm:cxn modelId="{A541E911-E139-45E0-BD0B-6EE51F279968}" srcId="{9E55D265-FE6E-469F-B6F1-0C34F02645D2}" destId="{F3A8990C-9700-4FDE-8AE6-98108EDBFCC0}" srcOrd="0" destOrd="0" parTransId="{F75AF4D0-9B65-4AE7-B2EE-D9F38532F78E}" sibTransId="{2F9CF778-0B83-4822-8617-C4C703F49B90}"/>
    <dgm:cxn modelId="{9F3AEE23-5EBC-4375-BAEE-98B1D4BDCA36}" type="presOf" srcId="{F3A8990C-9700-4FDE-8AE6-98108EDBFCC0}" destId="{0F369E3D-04F0-4C11-828B-67260C649632}" srcOrd="0" destOrd="0" presId="urn:microsoft.com/office/officeart/2005/8/layout/hierarchy6"/>
    <dgm:cxn modelId="{8C921324-9944-463D-AFBC-BBFE94FE7726}" type="presOf" srcId="{9D47AFC9-C0DD-4164-86D2-6FC68DC67A1D}" destId="{397610CB-1D9F-44C3-A931-8FA8A0DE9E83}" srcOrd="0" destOrd="0" presId="urn:microsoft.com/office/officeart/2005/8/layout/hierarchy6"/>
    <dgm:cxn modelId="{35F1D72C-D8F9-43BB-B560-6CE18716728D}" type="presOf" srcId="{FE5C27C9-2C00-436A-8AED-B92264FFA88E}" destId="{AB28C937-6E61-43A6-90B9-DBD3994BB283}" srcOrd="0" destOrd="0" presId="urn:microsoft.com/office/officeart/2005/8/layout/hierarchy6"/>
    <dgm:cxn modelId="{7C250135-9C01-4E0E-80E0-810DCD60BCEA}" srcId="{F3A8990C-9700-4FDE-8AE6-98108EDBFCC0}" destId="{67BF9AB6-29CB-417D-A4B2-155E00EDF305}" srcOrd="3" destOrd="0" parTransId="{3558874C-2FA0-4738-8D3A-0484113F06C7}" sibTransId="{2EEB0F6D-28BF-43FE-94DA-548A19994B87}"/>
    <dgm:cxn modelId="{ED44093F-D7B1-4513-AA96-59DA3F8E167C}" type="presOf" srcId="{CF59A947-4006-4B00-A956-6689B100EA30}" destId="{E7331E37-22FC-4B3F-9F46-19B37E7F56E5}" srcOrd="0" destOrd="0" presId="urn:microsoft.com/office/officeart/2005/8/layout/hierarchy6"/>
    <dgm:cxn modelId="{0424525F-83AC-4A98-AF94-4118311AAEDA}" type="presOf" srcId="{A5B33382-2A1D-4E3C-A231-1BB973F1BA88}" destId="{1D137AB0-F2B9-4005-BD6E-794435E05B30}" srcOrd="0" destOrd="0" presId="urn:microsoft.com/office/officeart/2005/8/layout/hierarchy6"/>
    <dgm:cxn modelId="{3D3FE042-4B4B-4DF1-9317-2B5533E4250E}" type="presOf" srcId="{9E55D265-FE6E-469F-B6F1-0C34F02645D2}" destId="{B566256B-4A94-4376-B07F-A264BD415E76}" srcOrd="0" destOrd="0" presId="urn:microsoft.com/office/officeart/2005/8/layout/hierarchy6"/>
    <dgm:cxn modelId="{D7065D63-6F8D-46C8-ADAF-7FA64E598B17}" type="presOf" srcId="{27AF1F87-1309-4B93-9518-7177CCF0EDD2}" destId="{AFA81CE1-5B6E-4092-A883-4701BD68BD0C}" srcOrd="0" destOrd="0" presId="urn:microsoft.com/office/officeart/2005/8/layout/hierarchy6"/>
    <dgm:cxn modelId="{2ABBA064-7013-426A-83C6-AE46C5154060}" srcId="{0FC008D9-F455-4FC1-A9F9-222F90B8F2C3}" destId="{141D9A8A-8EFB-480F-8A9E-CFF226CF61BD}" srcOrd="2" destOrd="0" parTransId="{C8C5CB0F-9EE3-40CE-B592-4E5E88F8267D}" sibTransId="{D2FE7008-4088-49B9-A43C-B08A4B5E691C}"/>
    <dgm:cxn modelId="{65066548-D370-4235-A9EE-76A7B5B52AD8}" type="presOf" srcId="{141D9A8A-8EFB-480F-8A9E-CFF226CF61BD}" destId="{2BFCF600-81B0-4F6A-B4C8-8A03C32427DD}" srcOrd="0" destOrd="0" presId="urn:microsoft.com/office/officeart/2005/8/layout/hierarchy6"/>
    <dgm:cxn modelId="{93158548-78C4-480C-AFB3-01A10D72CAFA}" type="presOf" srcId="{BEB886FA-DAD0-4351-B934-03D504B5E2FA}" destId="{0E59EB72-362E-4870-89DF-D6B885D79DF6}" srcOrd="0" destOrd="0" presId="urn:microsoft.com/office/officeart/2005/8/layout/hierarchy6"/>
    <dgm:cxn modelId="{29ABCB49-5DB6-4E5D-93F5-3E91BC2D7338}" type="presOf" srcId="{0DB0B919-01F9-4C4C-A338-67E3272F989E}" destId="{9304E1DC-A4E3-4DF9-B887-7AE8942C6665}" srcOrd="0" destOrd="0" presId="urn:microsoft.com/office/officeart/2005/8/layout/hierarchy6"/>
    <dgm:cxn modelId="{5B21F157-CEF7-4EDF-AD40-9CED6D66EA38}" srcId="{56BC883F-E537-4104-AF70-FE456436159C}" destId="{10B16949-E422-4591-B715-23374F26F572}" srcOrd="1" destOrd="0" parTransId="{FE5C27C9-2C00-436A-8AED-B92264FFA88E}" sibTransId="{85DCE3FF-2071-4A1F-B4F1-882BC38AD052}"/>
    <dgm:cxn modelId="{4A5CD67A-6C61-4655-9C83-EE991786D0F8}" type="presOf" srcId="{06C1F9B2-725E-4F47-9D24-AE9ABADE53C9}" destId="{31A51FE0-9A99-4373-8E3A-429E7E86A7CF}" srcOrd="0" destOrd="0" presId="urn:microsoft.com/office/officeart/2005/8/layout/hierarchy6"/>
    <dgm:cxn modelId="{20869F7B-BBB8-4BF4-B9BF-8CCEC779281B}" type="presOf" srcId="{7B1CAA0E-F39E-4275-96FE-E270C7D04449}" destId="{472C0AFB-BCE4-48F4-AD68-88801270FFC9}" srcOrd="0" destOrd="0" presId="urn:microsoft.com/office/officeart/2005/8/layout/hierarchy6"/>
    <dgm:cxn modelId="{2AFE567D-16A0-4606-9FC1-04104A2EB4FF}" srcId="{F3A8990C-9700-4FDE-8AE6-98108EDBFCC0}" destId="{0FC008D9-F455-4FC1-A9F9-222F90B8F2C3}" srcOrd="0" destOrd="0" parTransId="{1B3BFA0E-608B-4731-B7C6-8F660D077DDF}" sibTransId="{1869E304-3C22-4962-A3F6-58FE7F47068D}"/>
    <dgm:cxn modelId="{B99A817D-006A-405C-A093-4A8C16851D37}" srcId="{9E55D265-FE6E-469F-B6F1-0C34F02645D2}" destId="{B1114366-B457-49EF-BA0E-632F4ED9D154}" srcOrd="3" destOrd="0" parTransId="{EC71F1DF-5D62-4B62-9050-EFD3B5FC2C23}" sibTransId="{8BCD6C20-5F94-4EFA-9907-078E54EEE483}"/>
    <dgm:cxn modelId="{B9215E7F-4396-44B0-8235-9844EACE0117}" srcId="{9E55D265-FE6E-469F-B6F1-0C34F02645D2}" destId="{7B1CAA0E-F39E-4275-96FE-E270C7D04449}" srcOrd="2" destOrd="0" parTransId="{755D111B-1DE5-46DC-95F0-C95954C261C1}" sibTransId="{CB28EE14-6991-4B79-B09F-747471C16C2D}"/>
    <dgm:cxn modelId="{44DDDB80-31E1-4DFC-BC3E-C81DDF0BBB91}" type="presOf" srcId="{3558874C-2FA0-4738-8D3A-0484113F06C7}" destId="{D5FD16B8-F8E2-4747-8852-44257141A41D}" srcOrd="0" destOrd="0" presId="urn:microsoft.com/office/officeart/2005/8/layout/hierarchy6"/>
    <dgm:cxn modelId="{1BDD9583-214E-4022-9F9E-B469FA1F8237}" type="presOf" srcId="{1E6CC743-24E5-4C8C-B118-AB641F0237A7}" destId="{671D3F90-4EB8-484F-A7D2-09C0571A8E66}" srcOrd="0" destOrd="0" presId="urn:microsoft.com/office/officeart/2005/8/layout/hierarchy6"/>
    <dgm:cxn modelId="{16E30D84-75FF-4D90-8293-34E2E894D652}" srcId="{0FC008D9-F455-4FC1-A9F9-222F90B8F2C3}" destId="{7566CE08-98FF-438F-A44B-CF75398ADCB4}" srcOrd="1" destOrd="0" parTransId="{2813C3A2-6492-4818-BD3C-2CB9A9193B7B}" sibTransId="{30FF5244-110B-461D-9506-A27D12CBDF7C}"/>
    <dgm:cxn modelId="{25602184-9920-4485-BA4F-5C19A7FF440B}" type="presOf" srcId="{1B3BFA0E-608B-4731-B7C6-8F660D077DDF}" destId="{BD18E785-04AF-4161-8898-80B53C148793}" srcOrd="0" destOrd="0" presId="urn:microsoft.com/office/officeart/2005/8/layout/hierarchy6"/>
    <dgm:cxn modelId="{3CD63884-02BE-456B-9134-E3E6C3A33238}" type="presOf" srcId="{7566CE08-98FF-438F-A44B-CF75398ADCB4}" destId="{7BC2EEC7-B5A9-4959-9357-98C6A4689452}" srcOrd="0" destOrd="0" presId="urn:microsoft.com/office/officeart/2005/8/layout/hierarchy6"/>
    <dgm:cxn modelId="{44649784-AD25-49D0-9D19-3D86B59E2047}" type="presOf" srcId="{B1114366-B457-49EF-BA0E-632F4ED9D154}" destId="{902D2713-AFD6-4D16-8B92-D47D4A091EE1}" srcOrd="1" destOrd="0" presId="urn:microsoft.com/office/officeart/2005/8/layout/hierarchy6"/>
    <dgm:cxn modelId="{C1121F8A-87DA-4CBD-8018-BFA945961FAB}" srcId="{0FC008D9-F455-4FC1-A9F9-222F90B8F2C3}" destId="{CF59A947-4006-4B00-A956-6689B100EA30}" srcOrd="0" destOrd="0" parTransId="{9D96ECE0-23F5-436F-923E-77672BC09DE7}" sibTransId="{3F8C9F33-05B6-49AA-8A39-46B7389A0D9B}"/>
    <dgm:cxn modelId="{03FFCF8C-BA66-4A5B-A5CF-371521DEA0F0}" srcId="{BEB886FA-DAD0-4351-B934-03D504B5E2FA}" destId="{B1F7A2AB-6205-480F-A32F-2168B90CC846}" srcOrd="1" destOrd="0" parTransId="{1E6CC743-24E5-4C8C-B118-AB641F0237A7}" sibTransId="{AA9042C5-5933-4687-A01C-7D1F8EBBFD25}"/>
    <dgm:cxn modelId="{FA353BA6-F8ED-40D2-B006-4754C77F690A}" srcId="{BEB886FA-DAD0-4351-B934-03D504B5E2FA}" destId="{0C46EABB-9452-4083-8A16-3A9397F3C180}" srcOrd="0" destOrd="0" parTransId="{B95345C9-FA68-4F8E-94A0-46718AC7B8A0}" sibTransId="{B887C74F-C377-451D-8716-2D8BE635A585}"/>
    <dgm:cxn modelId="{02772FAB-4E34-4301-BB38-E36846A8E438}" srcId="{F3A8990C-9700-4FDE-8AE6-98108EDBFCC0}" destId="{56BC883F-E537-4104-AF70-FE456436159C}" srcOrd="2" destOrd="0" parTransId="{A5B33382-2A1D-4E3C-A231-1BB973F1BA88}" sibTransId="{5056E008-6B36-4894-8A68-00A800DEF631}"/>
    <dgm:cxn modelId="{7D565FB2-D188-4709-8A19-70A54CFF5C63}" type="presOf" srcId="{B1114366-B457-49EF-BA0E-632F4ED9D154}" destId="{AD035CCC-E180-44B3-9EE1-B90BDD93F8CF}" srcOrd="0" destOrd="0" presId="urn:microsoft.com/office/officeart/2005/8/layout/hierarchy6"/>
    <dgm:cxn modelId="{6C2E11B6-1698-429A-A183-6A12BDD16F05}" srcId="{F3A8990C-9700-4FDE-8AE6-98108EDBFCC0}" destId="{BEB886FA-DAD0-4351-B934-03D504B5E2FA}" srcOrd="1" destOrd="0" parTransId="{9D47AFC9-C0DD-4164-86D2-6FC68DC67A1D}" sibTransId="{6585F6E6-A324-4B0C-9F1D-D2FB1DA91E28}"/>
    <dgm:cxn modelId="{8E06C2B9-5F50-4337-B2B4-680694B44E0A}" type="presOf" srcId="{2813C3A2-6492-4818-BD3C-2CB9A9193B7B}" destId="{461E8461-4D56-4A37-938B-D33C44D3261E}" srcOrd="0" destOrd="0" presId="urn:microsoft.com/office/officeart/2005/8/layout/hierarchy6"/>
    <dgm:cxn modelId="{2D0304BA-9A57-49C1-B8D2-69DB9856B855}" type="presOf" srcId="{0C46EABB-9452-4083-8A16-3A9397F3C180}" destId="{AEA3F910-3F80-492F-9383-813AB70A42A0}" srcOrd="0" destOrd="0" presId="urn:microsoft.com/office/officeart/2005/8/layout/hierarchy6"/>
    <dgm:cxn modelId="{09CF87C0-FE4D-4827-B621-6B728A93979B}" srcId="{56BC883F-E537-4104-AF70-FE456436159C}" destId="{0DB0B919-01F9-4C4C-A338-67E3272F989E}" srcOrd="0" destOrd="0" parTransId="{06C1F9B2-725E-4F47-9D24-AE9ABADE53C9}" sibTransId="{20342EA9-C8F3-43A6-8097-54DDE98F4C56}"/>
    <dgm:cxn modelId="{C515EAC4-48D8-4AD8-BCBB-3FCDC041F06F}" srcId="{9E55D265-FE6E-469F-B6F1-0C34F02645D2}" destId="{27AF1F87-1309-4B93-9518-7177CCF0EDD2}" srcOrd="1" destOrd="0" parTransId="{C188A7C3-2B82-47CB-BDDF-DB5F1211C4E0}" sibTransId="{73AE769E-57AF-4851-ABFE-85451CACA24C}"/>
    <dgm:cxn modelId="{3B574CC7-DE89-415B-AC41-F46A919EE156}" type="presOf" srcId="{B1F7A2AB-6205-480F-A32F-2168B90CC846}" destId="{1C7A4B82-88B4-4726-AE51-63C9FD17A284}" srcOrd="0" destOrd="0" presId="urn:microsoft.com/office/officeart/2005/8/layout/hierarchy6"/>
    <dgm:cxn modelId="{C1E807CF-1FCB-4F3F-868B-02BAB3C647C0}" type="presOf" srcId="{56BC883F-E537-4104-AF70-FE456436159C}" destId="{C076CE33-7F76-4DE2-8884-4A62418D4088}" srcOrd="0" destOrd="0" presId="urn:microsoft.com/office/officeart/2005/8/layout/hierarchy6"/>
    <dgm:cxn modelId="{73ECF5D8-D9BF-4D48-A16C-A78A27D93054}" type="presOf" srcId="{9D96ECE0-23F5-436F-923E-77672BC09DE7}" destId="{D4A476B4-A8E0-4F37-9F08-C1BF0CE281A1}" srcOrd="0" destOrd="0" presId="urn:microsoft.com/office/officeart/2005/8/layout/hierarchy6"/>
    <dgm:cxn modelId="{418BA7DC-EB6A-4499-B0F5-302E65A31D56}" type="presOf" srcId="{C8C5CB0F-9EE3-40CE-B592-4E5E88F8267D}" destId="{55E1E78C-83E5-4492-B422-E094E60DF917}" srcOrd="0" destOrd="0" presId="urn:microsoft.com/office/officeart/2005/8/layout/hierarchy6"/>
    <dgm:cxn modelId="{537608E0-6137-479B-9AD5-C290FC616E99}" type="presOf" srcId="{7B1CAA0E-F39E-4275-96FE-E270C7D04449}" destId="{741A08DA-1224-4B9B-830B-71942E03EC81}" srcOrd="1" destOrd="0" presId="urn:microsoft.com/office/officeart/2005/8/layout/hierarchy6"/>
    <dgm:cxn modelId="{B0FAC6F0-119F-4FF2-A1B9-F8734BE809DF}" type="presOf" srcId="{10B16949-E422-4591-B715-23374F26F572}" destId="{A7C19CFD-0A16-487D-83F3-658B0EBCBC71}" srcOrd="0" destOrd="0" presId="urn:microsoft.com/office/officeart/2005/8/layout/hierarchy6"/>
    <dgm:cxn modelId="{CFDD51F3-5194-4D55-985F-B4E99E4E7DDC}" type="presOf" srcId="{B95345C9-FA68-4F8E-94A0-46718AC7B8A0}" destId="{A74C9523-FDB6-4C73-B70E-C0B5789F5A18}" srcOrd="0" destOrd="0" presId="urn:microsoft.com/office/officeart/2005/8/layout/hierarchy6"/>
    <dgm:cxn modelId="{2481B9EE-34B8-4072-8AD6-90B2251D0C9D}" type="presParOf" srcId="{B566256B-4A94-4376-B07F-A264BD415E76}" destId="{D79BF425-E0CC-497C-A642-57FD464ADD6A}" srcOrd="0" destOrd="0" presId="urn:microsoft.com/office/officeart/2005/8/layout/hierarchy6"/>
    <dgm:cxn modelId="{844CECCF-8BD0-4E55-82EA-6FB0254BEBD1}" type="presParOf" srcId="{D79BF425-E0CC-497C-A642-57FD464ADD6A}" destId="{60E71ECC-9570-4777-AB66-BDEC2878D690}" srcOrd="0" destOrd="0" presId="urn:microsoft.com/office/officeart/2005/8/layout/hierarchy6"/>
    <dgm:cxn modelId="{9782876A-7A04-4BFF-90B4-D8F482673DD0}" type="presParOf" srcId="{D79BF425-E0CC-497C-A642-57FD464ADD6A}" destId="{32576A04-DDC9-4DC9-9988-ECBE37C1225D}" srcOrd="1" destOrd="0" presId="urn:microsoft.com/office/officeart/2005/8/layout/hierarchy6"/>
    <dgm:cxn modelId="{B6EA1D10-4ED6-4FFD-937E-BEF6DF8F063F}" type="presParOf" srcId="{32576A04-DDC9-4DC9-9988-ECBE37C1225D}" destId="{E6DAB8AA-0815-472C-87B4-456E1F868239}" srcOrd="0" destOrd="0" presId="urn:microsoft.com/office/officeart/2005/8/layout/hierarchy6"/>
    <dgm:cxn modelId="{BC2B7C60-AB4A-4553-9B79-C5BA6361E745}" type="presParOf" srcId="{E6DAB8AA-0815-472C-87B4-456E1F868239}" destId="{0F369E3D-04F0-4C11-828B-67260C649632}" srcOrd="0" destOrd="0" presId="urn:microsoft.com/office/officeart/2005/8/layout/hierarchy6"/>
    <dgm:cxn modelId="{7240B116-5B4A-4FB3-BE05-FDC50265D222}" type="presParOf" srcId="{E6DAB8AA-0815-472C-87B4-456E1F868239}" destId="{33A29DA5-CDC8-4820-9D27-5F9FCAF83476}" srcOrd="1" destOrd="0" presId="urn:microsoft.com/office/officeart/2005/8/layout/hierarchy6"/>
    <dgm:cxn modelId="{ADB558F6-3BE8-4F36-B2C7-6D72F7A17ABC}" type="presParOf" srcId="{33A29DA5-CDC8-4820-9D27-5F9FCAF83476}" destId="{BD18E785-04AF-4161-8898-80B53C148793}" srcOrd="0" destOrd="0" presId="urn:microsoft.com/office/officeart/2005/8/layout/hierarchy6"/>
    <dgm:cxn modelId="{37FC7A3E-DC5C-4FF6-B95D-5F1AB5CBB81F}" type="presParOf" srcId="{33A29DA5-CDC8-4820-9D27-5F9FCAF83476}" destId="{F210B840-5119-4A06-85A1-306414493B60}" srcOrd="1" destOrd="0" presId="urn:microsoft.com/office/officeart/2005/8/layout/hierarchy6"/>
    <dgm:cxn modelId="{5EA54E6E-062D-486E-BA22-A5CB4CE99E2A}" type="presParOf" srcId="{F210B840-5119-4A06-85A1-306414493B60}" destId="{035A0359-B426-4897-9500-75AA3ACA5E42}" srcOrd="0" destOrd="0" presId="urn:microsoft.com/office/officeart/2005/8/layout/hierarchy6"/>
    <dgm:cxn modelId="{D7639676-1040-4F3C-8A71-91714E7C750B}" type="presParOf" srcId="{F210B840-5119-4A06-85A1-306414493B60}" destId="{4D901303-3A75-413D-BD68-76AA5992112E}" srcOrd="1" destOrd="0" presId="urn:microsoft.com/office/officeart/2005/8/layout/hierarchy6"/>
    <dgm:cxn modelId="{1F02D042-651E-4E12-A2CE-30AB4FC19B7C}" type="presParOf" srcId="{4D901303-3A75-413D-BD68-76AA5992112E}" destId="{D4A476B4-A8E0-4F37-9F08-C1BF0CE281A1}" srcOrd="0" destOrd="0" presId="urn:microsoft.com/office/officeart/2005/8/layout/hierarchy6"/>
    <dgm:cxn modelId="{A5D2C970-601C-42DF-B0B8-26FDA4B7FEA4}" type="presParOf" srcId="{4D901303-3A75-413D-BD68-76AA5992112E}" destId="{091FF08F-926F-40C8-973C-3164CE90BAF7}" srcOrd="1" destOrd="0" presId="urn:microsoft.com/office/officeart/2005/8/layout/hierarchy6"/>
    <dgm:cxn modelId="{541EE0AF-0C1C-4874-AB8B-245EDE61D042}" type="presParOf" srcId="{091FF08F-926F-40C8-973C-3164CE90BAF7}" destId="{E7331E37-22FC-4B3F-9F46-19B37E7F56E5}" srcOrd="0" destOrd="0" presId="urn:microsoft.com/office/officeart/2005/8/layout/hierarchy6"/>
    <dgm:cxn modelId="{62038DB4-F2A8-4A41-8DDF-67254C506992}" type="presParOf" srcId="{091FF08F-926F-40C8-973C-3164CE90BAF7}" destId="{1242C1F3-63DB-4BD5-8B04-58314D67A17F}" srcOrd="1" destOrd="0" presId="urn:microsoft.com/office/officeart/2005/8/layout/hierarchy6"/>
    <dgm:cxn modelId="{CD15E0BD-EEDE-4B20-BDEC-F7D506E09F8E}" type="presParOf" srcId="{4D901303-3A75-413D-BD68-76AA5992112E}" destId="{461E8461-4D56-4A37-938B-D33C44D3261E}" srcOrd="2" destOrd="0" presId="urn:microsoft.com/office/officeart/2005/8/layout/hierarchy6"/>
    <dgm:cxn modelId="{1AE08B03-3F4D-423D-9B29-F593F7FDAEC1}" type="presParOf" srcId="{4D901303-3A75-413D-BD68-76AA5992112E}" destId="{C4D23BA9-4003-4583-94C2-AE429994C189}" srcOrd="3" destOrd="0" presId="urn:microsoft.com/office/officeart/2005/8/layout/hierarchy6"/>
    <dgm:cxn modelId="{6C3DD174-6365-4F3B-A826-42BC745CA0FA}" type="presParOf" srcId="{C4D23BA9-4003-4583-94C2-AE429994C189}" destId="{7BC2EEC7-B5A9-4959-9357-98C6A4689452}" srcOrd="0" destOrd="0" presId="urn:microsoft.com/office/officeart/2005/8/layout/hierarchy6"/>
    <dgm:cxn modelId="{0714244B-BE60-4C81-9D70-747E0D00F81D}" type="presParOf" srcId="{C4D23BA9-4003-4583-94C2-AE429994C189}" destId="{12A349CD-ECA0-4C03-8E73-FCF82E511333}" srcOrd="1" destOrd="0" presId="urn:microsoft.com/office/officeart/2005/8/layout/hierarchy6"/>
    <dgm:cxn modelId="{73FACD0F-1CEF-4392-88F7-F1AC706928FC}" type="presParOf" srcId="{4D901303-3A75-413D-BD68-76AA5992112E}" destId="{55E1E78C-83E5-4492-B422-E094E60DF917}" srcOrd="4" destOrd="0" presId="urn:microsoft.com/office/officeart/2005/8/layout/hierarchy6"/>
    <dgm:cxn modelId="{178A890F-A77A-4DFF-B168-96EC0F514F80}" type="presParOf" srcId="{4D901303-3A75-413D-BD68-76AA5992112E}" destId="{4F653A73-93DB-4164-AF04-841B83CD1DC6}" srcOrd="5" destOrd="0" presId="urn:microsoft.com/office/officeart/2005/8/layout/hierarchy6"/>
    <dgm:cxn modelId="{251DF595-E006-41EA-8099-C92010D67747}" type="presParOf" srcId="{4F653A73-93DB-4164-AF04-841B83CD1DC6}" destId="{2BFCF600-81B0-4F6A-B4C8-8A03C32427DD}" srcOrd="0" destOrd="0" presId="urn:microsoft.com/office/officeart/2005/8/layout/hierarchy6"/>
    <dgm:cxn modelId="{7B7A5F7E-80DC-4243-947C-65C3F948F609}" type="presParOf" srcId="{4F653A73-93DB-4164-AF04-841B83CD1DC6}" destId="{9001D84A-FEBF-4405-9157-76B24C20A697}" srcOrd="1" destOrd="0" presId="urn:microsoft.com/office/officeart/2005/8/layout/hierarchy6"/>
    <dgm:cxn modelId="{723D0451-84F8-40DB-AD27-1623A883A30E}" type="presParOf" srcId="{33A29DA5-CDC8-4820-9D27-5F9FCAF83476}" destId="{397610CB-1D9F-44C3-A931-8FA8A0DE9E83}" srcOrd="2" destOrd="0" presId="urn:microsoft.com/office/officeart/2005/8/layout/hierarchy6"/>
    <dgm:cxn modelId="{9B5F50A2-7186-40E2-A0C9-EBDF953BCD9A}" type="presParOf" srcId="{33A29DA5-CDC8-4820-9D27-5F9FCAF83476}" destId="{C2649413-BA23-4B76-A6F3-1D6531F7E22D}" srcOrd="3" destOrd="0" presId="urn:microsoft.com/office/officeart/2005/8/layout/hierarchy6"/>
    <dgm:cxn modelId="{2687F4F2-3C9F-41B5-B986-A30576609398}" type="presParOf" srcId="{C2649413-BA23-4B76-A6F3-1D6531F7E22D}" destId="{0E59EB72-362E-4870-89DF-D6B885D79DF6}" srcOrd="0" destOrd="0" presId="urn:microsoft.com/office/officeart/2005/8/layout/hierarchy6"/>
    <dgm:cxn modelId="{A1A8DA3C-B622-4943-8B55-405EDDC6A564}" type="presParOf" srcId="{C2649413-BA23-4B76-A6F3-1D6531F7E22D}" destId="{6765458C-2FC8-402D-958D-0B9DD70AF892}" srcOrd="1" destOrd="0" presId="urn:microsoft.com/office/officeart/2005/8/layout/hierarchy6"/>
    <dgm:cxn modelId="{87D3A8FB-1567-4079-B6B8-F271111A6FAE}" type="presParOf" srcId="{6765458C-2FC8-402D-958D-0B9DD70AF892}" destId="{A74C9523-FDB6-4C73-B70E-C0B5789F5A18}" srcOrd="0" destOrd="0" presId="urn:microsoft.com/office/officeart/2005/8/layout/hierarchy6"/>
    <dgm:cxn modelId="{68D9D071-91FE-430E-A024-CFEF8455DB96}" type="presParOf" srcId="{6765458C-2FC8-402D-958D-0B9DD70AF892}" destId="{DAEB7489-3D13-486E-AB64-0C1C2DD71B46}" srcOrd="1" destOrd="0" presId="urn:microsoft.com/office/officeart/2005/8/layout/hierarchy6"/>
    <dgm:cxn modelId="{BC993FDE-F221-46D4-B555-23B4401C1C21}" type="presParOf" srcId="{DAEB7489-3D13-486E-AB64-0C1C2DD71B46}" destId="{AEA3F910-3F80-492F-9383-813AB70A42A0}" srcOrd="0" destOrd="0" presId="urn:microsoft.com/office/officeart/2005/8/layout/hierarchy6"/>
    <dgm:cxn modelId="{D8E7A031-7B47-45B8-BADE-59BB818E13C1}" type="presParOf" srcId="{DAEB7489-3D13-486E-AB64-0C1C2DD71B46}" destId="{23B679A7-7B29-43EA-9B3C-7516B4D30BBB}" srcOrd="1" destOrd="0" presId="urn:microsoft.com/office/officeart/2005/8/layout/hierarchy6"/>
    <dgm:cxn modelId="{2D4EBA0E-0532-4235-B435-F203C1E93F81}" type="presParOf" srcId="{6765458C-2FC8-402D-958D-0B9DD70AF892}" destId="{671D3F90-4EB8-484F-A7D2-09C0571A8E66}" srcOrd="2" destOrd="0" presId="urn:microsoft.com/office/officeart/2005/8/layout/hierarchy6"/>
    <dgm:cxn modelId="{1926AAE5-7D4B-442A-B150-A636E165849C}" type="presParOf" srcId="{6765458C-2FC8-402D-958D-0B9DD70AF892}" destId="{74CF9B08-8543-4DB5-B36B-14EB7058518D}" srcOrd="3" destOrd="0" presId="urn:microsoft.com/office/officeart/2005/8/layout/hierarchy6"/>
    <dgm:cxn modelId="{AA9DD90A-D459-47C8-AD85-B31CA049BC02}" type="presParOf" srcId="{74CF9B08-8543-4DB5-B36B-14EB7058518D}" destId="{1C7A4B82-88B4-4726-AE51-63C9FD17A284}" srcOrd="0" destOrd="0" presId="urn:microsoft.com/office/officeart/2005/8/layout/hierarchy6"/>
    <dgm:cxn modelId="{1800F7F9-D5DF-4FBA-9ED3-D1EA9DDE3297}" type="presParOf" srcId="{74CF9B08-8543-4DB5-B36B-14EB7058518D}" destId="{738CBDD7-0BD6-4F8C-AC59-699B09325831}" srcOrd="1" destOrd="0" presId="urn:microsoft.com/office/officeart/2005/8/layout/hierarchy6"/>
    <dgm:cxn modelId="{90EA09CD-65C2-48B6-A36E-D6E5E7BC5A28}" type="presParOf" srcId="{33A29DA5-CDC8-4820-9D27-5F9FCAF83476}" destId="{1D137AB0-F2B9-4005-BD6E-794435E05B30}" srcOrd="4" destOrd="0" presId="urn:microsoft.com/office/officeart/2005/8/layout/hierarchy6"/>
    <dgm:cxn modelId="{6E0DA6B9-BACF-49E5-B25B-12EC9B15EE18}" type="presParOf" srcId="{33A29DA5-CDC8-4820-9D27-5F9FCAF83476}" destId="{30DB7A63-C60C-427C-874A-F3B19808031B}" srcOrd="5" destOrd="0" presId="urn:microsoft.com/office/officeart/2005/8/layout/hierarchy6"/>
    <dgm:cxn modelId="{DCB207D9-3A64-489D-83C2-CDF0A67026F4}" type="presParOf" srcId="{30DB7A63-C60C-427C-874A-F3B19808031B}" destId="{C076CE33-7F76-4DE2-8884-4A62418D4088}" srcOrd="0" destOrd="0" presId="urn:microsoft.com/office/officeart/2005/8/layout/hierarchy6"/>
    <dgm:cxn modelId="{3A9177BA-E131-4612-AF0C-C4255E0C366D}" type="presParOf" srcId="{30DB7A63-C60C-427C-874A-F3B19808031B}" destId="{5AD96B80-5EF6-43DB-A36C-F7F94AADF4B0}" srcOrd="1" destOrd="0" presId="urn:microsoft.com/office/officeart/2005/8/layout/hierarchy6"/>
    <dgm:cxn modelId="{E4581ADF-5395-409D-854D-373AA9E7430F}" type="presParOf" srcId="{5AD96B80-5EF6-43DB-A36C-F7F94AADF4B0}" destId="{31A51FE0-9A99-4373-8E3A-429E7E86A7CF}" srcOrd="0" destOrd="0" presId="urn:microsoft.com/office/officeart/2005/8/layout/hierarchy6"/>
    <dgm:cxn modelId="{BF382DB3-326B-4BD4-9FFC-9FB0FB6B8871}" type="presParOf" srcId="{5AD96B80-5EF6-43DB-A36C-F7F94AADF4B0}" destId="{7E0FFAB2-DF9B-4DDB-9CDF-26F3B6ACBA05}" srcOrd="1" destOrd="0" presId="urn:microsoft.com/office/officeart/2005/8/layout/hierarchy6"/>
    <dgm:cxn modelId="{0BDCA784-CA2D-459C-AAA7-2CAC55D4EE66}" type="presParOf" srcId="{7E0FFAB2-DF9B-4DDB-9CDF-26F3B6ACBA05}" destId="{9304E1DC-A4E3-4DF9-B887-7AE8942C6665}" srcOrd="0" destOrd="0" presId="urn:microsoft.com/office/officeart/2005/8/layout/hierarchy6"/>
    <dgm:cxn modelId="{8E28B636-8C8D-4453-80A8-DDCE0E403563}" type="presParOf" srcId="{7E0FFAB2-DF9B-4DDB-9CDF-26F3B6ACBA05}" destId="{CEE44FBB-232A-4DE0-BB20-76BFE7661F9A}" srcOrd="1" destOrd="0" presId="urn:microsoft.com/office/officeart/2005/8/layout/hierarchy6"/>
    <dgm:cxn modelId="{1A9A79CA-A3C7-45ED-B758-584B284107F0}" type="presParOf" srcId="{5AD96B80-5EF6-43DB-A36C-F7F94AADF4B0}" destId="{AB28C937-6E61-43A6-90B9-DBD3994BB283}" srcOrd="2" destOrd="0" presId="urn:microsoft.com/office/officeart/2005/8/layout/hierarchy6"/>
    <dgm:cxn modelId="{C77B2C2C-3145-4753-AE77-017C49AAD0C9}" type="presParOf" srcId="{5AD96B80-5EF6-43DB-A36C-F7F94AADF4B0}" destId="{4BC23389-735E-420C-B833-18FC1CB308BF}" srcOrd="3" destOrd="0" presId="urn:microsoft.com/office/officeart/2005/8/layout/hierarchy6"/>
    <dgm:cxn modelId="{FF658996-82D8-42DD-A02A-3713B473037E}" type="presParOf" srcId="{4BC23389-735E-420C-B833-18FC1CB308BF}" destId="{A7C19CFD-0A16-487D-83F3-658B0EBCBC71}" srcOrd="0" destOrd="0" presId="urn:microsoft.com/office/officeart/2005/8/layout/hierarchy6"/>
    <dgm:cxn modelId="{EB094B77-0DF0-4AFE-9014-A3594153A0C3}" type="presParOf" srcId="{4BC23389-735E-420C-B833-18FC1CB308BF}" destId="{8B2F4A0F-EBAF-416C-B750-8F66B622E1AF}" srcOrd="1" destOrd="0" presId="urn:microsoft.com/office/officeart/2005/8/layout/hierarchy6"/>
    <dgm:cxn modelId="{0C14FB10-705C-4F07-923D-1F1049C4212E}" type="presParOf" srcId="{33A29DA5-CDC8-4820-9D27-5F9FCAF83476}" destId="{D5FD16B8-F8E2-4747-8852-44257141A41D}" srcOrd="6" destOrd="0" presId="urn:microsoft.com/office/officeart/2005/8/layout/hierarchy6"/>
    <dgm:cxn modelId="{70AF9C94-6A52-4693-B71F-92ADE820EE53}" type="presParOf" srcId="{33A29DA5-CDC8-4820-9D27-5F9FCAF83476}" destId="{379A193D-9034-428D-8B78-609B8DBB8A2E}" srcOrd="7" destOrd="0" presId="urn:microsoft.com/office/officeart/2005/8/layout/hierarchy6"/>
    <dgm:cxn modelId="{A10A4F63-F856-4904-B0FA-3038EC4B775C}" type="presParOf" srcId="{379A193D-9034-428D-8B78-609B8DBB8A2E}" destId="{2CAFD8C2-1FFA-4376-8ACB-F9BA107C23BA}" srcOrd="0" destOrd="0" presId="urn:microsoft.com/office/officeart/2005/8/layout/hierarchy6"/>
    <dgm:cxn modelId="{4E26E761-A409-42E1-9DEC-855711389CA8}" type="presParOf" srcId="{379A193D-9034-428D-8B78-609B8DBB8A2E}" destId="{A18344C3-7047-4FDD-B881-D2C245D4E4F0}" srcOrd="1" destOrd="0" presId="urn:microsoft.com/office/officeart/2005/8/layout/hierarchy6"/>
    <dgm:cxn modelId="{06E861B5-7F63-4FB5-8A8A-479A767AC846}" type="presParOf" srcId="{B566256B-4A94-4376-B07F-A264BD415E76}" destId="{EDC03F35-BA4C-4C43-A5BF-B3E1507FAF38}" srcOrd="1" destOrd="0" presId="urn:microsoft.com/office/officeart/2005/8/layout/hierarchy6"/>
    <dgm:cxn modelId="{F085750D-913A-41E7-AE25-EB55B36D0733}" type="presParOf" srcId="{EDC03F35-BA4C-4C43-A5BF-B3E1507FAF38}" destId="{96111694-9FF2-4980-8ACD-003B2B8C861A}" srcOrd="0" destOrd="0" presId="urn:microsoft.com/office/officeart/2005/8/layout/hierarchy6"/>
    <dgm:cxn modelId="{AD27201A-059B-406B-8298-7A17C059CC84}" type="presParOf" srcId="{96111694-9FF2-4980-8ACD-003B2B8C861A}" destId="{AFA81CE1-5B6E-4092-A883-4701BD68BD0C}" srcOrd="0" destOrd="0" presId="urn:microsoft.com/office/officeart/2005/8/layout/hierarchy6"/>
    <dgm:cxn modelId="{12914C62-E9DB-4A11-94A1-BB11772A7A57}" type="presParOf" srcId="{96111694-9FF2-4980-8ACD-003B2B8C861A}" destId="{08557C92-3CEA-4DA7-BFCB-014374559D91}" srcOrd="1" destOrd="0" presId="urn:microsoft.com/office/officeart/2005/8/layout/hierarchy6"/>
    <dgm:cxn modelId="{438BCFEA-2F8E-4B12-B614-DF6F81ECAA59}" type="presParOf" srcId="{EDC03F35-BA4C-4C43-A5BF-B3E1507FAF38}" destId="{8A2E6DAA-F5CC-41C5-B928-2D5E4B975B27}" srcOrd="1" destOrd="0" presId="urn:microsoft.com/office/officeart/2005/8/layout/hierarchy6"/>
    <dgm:cxn modelId="{1E3324D2-CB42-4AC0-9B0F-FAEBEA49F97A}" type="presParOf" srcId="{8A2E6DAA-F5CC-41C5-B928-2D5E4B975B27}" destId="{98FD9AD3-901E-45E8-8624-9323CE56F01C}" srcOrd="0" destOrd="0" presId="urn:microsoft.com/office/officeart/2005/8/layout/hierarchy6"/>
    <dgm:cxn modelId="{1A7AB0E9-10B9-4830-8D7F-C1E440ABDB96}" type="presParOf" srcId="{EDC03F35-BA4C-4C43-A5BF-B3E1507FAF38}" destId="{E037AF9E-D424-456F-A313-3A8D73E7126D}" srcOrd="2" destOrd="0" presId="urn:microsoft.com/office/officeart/2005/8/layout/hierarchy6"/>
    <dgm:cxn modelId="{CEF78F88-51AD-40E3-9573-8585C49755CF}" type="presParOf" srcId="{E037AF9E-D424-456F-A313-3A8D73E7126D}" destId="{472C0AFB-BCE4-48F4-AD68-88801270FFC9}" srcOrd="0" destOrd="0" presId="urn:microsoft.com/office/officeart/2005/8/layout/hierarchy6"/>
    <dgm:cxn modelId="{850161CC-8820-433F-9998-28BB5A526ED0}" type="presParOf" srcId="{E037AF9E-D424-456F-A313-3A8D73E7126D}" destId="{741A08DA-1224-4B9B-830B-71942E03EC81}" srcOrd="1" destOrd="0" presId="urn:microsoft.com/office/officeart/2005/8/layout/hierarchy6"/>
    <dgm:cxn modelId="{9674BE33-6F21-4396-8BA4-A765996128D2}" type="presParOf" srcId="{EDC03F35-BA4C-4C43-A5BF-B3E1507FAF38}" destId="{25B74862-7DAE-428D-9AB0-6C15F8F6831A}" srcOrd="3" destOrd="0" presId="urn:microsoft.com/office/officeart/2005/8/layout/hierarchy6"/>
    <dgm:cxn modelId="{C3615E78-BECD-4F3E-9671-76861EB41609}" type="presParOf" srcId="{25B74862-7DAE-428D-9AB0-6C15F8F6831A}" destId="{05BC44F6-05FE-4A8B-AF7A-00424070DBB8}" srcOrd="0" destOrd="0" presId="urn:microsoft.com/office/officeart/2005/8/layout/hierarchy6"/>
    <dgm:cxn modelId="{F07CB3B0-AEF1-4F4F-A8D5-508EC0A0E65E}" type="presParOf" srcId="{EDC03F35-BA4C-4C43-A5BF-B3E1507FAF38}" destId="{B1DE10AC-B770-4C66-B2B9-54FF74678566}" srcOrd="4" destOrd="0" presId="urn:microsoft.com/office/officeart/2005/8/layout/hierarchy6"/>
    <dgm:cxn modelId="{71A41656-FE08-4CD0-B70C-6A45C6305099}" type="presParOf" srcId="{B1DE10AC-B770-4C66-B2B9-54FF74678566}" destId="{AD035CCC-E180-44B3-9EE1-B90BDD93F8CF}" srcOrd="0" destOrd="0" presId="urn:microsoft.com/office/officeart/2005/8/layout/hierarchy6"/>
    <dgm:cxn modelId="{5AFA51A5-32BF-4216-91F0-886B0356AD94}" type="presParOf" srcId="{B1DE10AC-B770-4C66-B2B9-54FF74678566}" destId="{902D2713-AFD6-4D16-8B92-D47D4A091EE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35CCC-E180-44B3-9EE1-B90BDD93F8CF}">
      <dsp:nvSpPr>
        <dsp:cNvPr id="0" name=""/>
        <dsp:cNvSpPr/>
      </dsp:nvSpPr>
      <dsp:spPr>
        <a:xfrm>
          <a:off x="0" y="2578903"/>
          <a:ext cx="10515600" cy="6048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Level 2</a:t>
          </a:r>
        </a:p>
      </dsp:txBody>
      <dsp:txXfrm>
        <a:off x="0" y="2578903"/>
        <a:ext cx="3154680" cy="604852"/>
      </dsp:txXfrm>
    </dsp:sp>
    <dsp:sp modelId="{472C0AFB-BCE4-48F4-AD68-88801270FFC9}">
      <dsp:nvSpPr>
        <dsp:cNvPr id="0" name=""/>
        <dsp:cNvSpPr/>
      </dsp:nvSpPr>
      <dsp:spPr>
        <a:xfrm>
          <a:off x="0" y="1873242"/>
          <a:ext cx="10515600" cy="6048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Level 1</a:t>
          </a:r>
        </a:p>
      </dsp:txBody>
      <dsp:txXfrm>
        <a:off x="0" y="1873242"/>
        <a:ext cx="3154680" cy="604852"/>
      </dsp:txXfrm>
    </dsp:sp>
    <dsp:sp modelId="{AFA81CE1-5B6E-4092-A883-4701BD68BD0C}">
      <dsp:nvSpPr>
        <dsp:cNvPr id="0" name=""/>
        <dsp:cNvSpPr/>
      </dsp:nvSpPr>
      <dsp:spPr>
        <a:xfrm>
          <a:off x="0" y="1167581"/>
          <a:ext cx="10515600" cy="6048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Summary of ICRH-Europe. Includes sponsors/partners.</a:t>
          </a:r>
        </a:p>
      </dsp:txBody>
      <dsp:txXfrm>
        <a:off x="0" y="1167581"/>
        <a:ext cx="3154680" cy="604852"/>
      </dsp:txXfrm>
    </dsp:sp>
    <dsp:sp modelId="{0F369E3D-04F0-4C11-828B-67260C649632}">
      <dsp:nvSpPr>
        <dsp:cNvPr id="0" name=""/>
        <dsp:cNvSpPr/>
      </dsp:nvSpPr>
      <dsp:spPr>
        <a:xfrm>
          <a:off x="6843393" y="1217986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Homepage</a:t>
          </a:r>
        </a:p>
      </dsp:txBody>
      <dsp:txXfrm>
        <a:off x="6858156" y="1232749"/>
        <a:ext cx="726539" cy="474517"/>
      </dsp:txXfrm>
    </dsp:sp>
    <dsp:sp modelId="{BD18E785-04AF-4161-8898-80B53C148793}">
      <dsp:nvSpPr>
        <dsp:cNvPr id="0" name=""/>
        <dsp:cNvSpPr/>
      </dsp:nvSpPr>
      <dsp:spPr>
        <a:xfrm>
          <a:off x="4518492" y="1722029"/>
          <a:ext cx="2702934" cy="201617"/>
        </a:xfrm>
        <a:custGeom>
          <a:avLst/>
          <a:gdLst/>
          <a:ahLst/>
          <a:cxnLst/>
          <a:rect l="0" t="0" r="0" b="0"/>
          <a:pathLst>
            <a:path>
              <a:moveTo>
                <a:pt x="2702934" y="0"/>
              </a:moveTo>
              <a:lnTo>
                <a:pt x="2702934" y="100808"/>
              </a:lnTo>
              <a:lnTo>
                <a:pt x="0" y="100808"/>
              </a:lnTo>
              <a:lnTo>
                <a:pt x="0" y="2016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A0359-B426-4897-9500-75AA3ACA5E42}">
      <dsp:nvSpPr>
        <dsp:cNvPr id="0" name=""/>
        <dsp:cNvSpPr/>
      </dsp:nvSpPr>
      <dsp:spPr>
        <a:xfrm>
          <a:off x="4140459" y="1923647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Publications</a:t>
          </a:r>
        </a:p>
      </dsp:txBody>
      <dsp:txXfrm>
        <a:off x="4155222" y="1938410"/>
        <a:ext cx="726539" cy="474517"/>
      </dsp:txXfrm>
    </dsp:sp>
    <dsp:sp modelId="{D4A476B4-A8E0-4F37-9F08-C1BF0CE281A1}">
      <dsp:nvSpPr>
        <dsp:cNvPr id="0" name=""/>
        <dsp:cNvSpPr/>
      </dsp:nvSpPr>
      <dsp:spPr>
        <a:xfrm>
          <a:off x="3535607" y="2427690"/>
          <a:ext cx="982885" cy="201617"/>
        </a:xfrm>
        <a:custGeom>
          <a:avLst/>
          <a:gdLst/>
          <a:ahLst/>
          <a:cxnLst/>
          <a:rect l="0" t="0" r="0" b="0"/>
          <a:pathLst>
            <a:path>
              <a:moveTo>
                <a:pt x="982885" y="0"/>
              </a:moveTo>
              <a:lnTo>
                <a:pt x="982885" y="100808"/>
              </a:lnTo>
              <a:lnTo>
                <a:pt x="0" y="100808"/>
              </a:lnTo>
              <a:lnTo>
                <a:pt x="0" y="2016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331E37-22FC-4B3F-9F46-19B37E7F56E5}">
      <dsp:nvSpPr>
        <dsp:cNvPr id="0" name=""/>
        <dsp:cNvSpPr/>
      </dsp:nvSpPr>
      <dsp:spPr>
        <a:xfrm>
          <a:off x="3157574" y="2629308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Books</a:t>
          </a:r>
        </a:p>
      </dsp:txBody>
      <dsp:txXfrm>
        <a:off x="3172337" y="2644071"/>
        <a:ext cx="726539" cy="474517"/>
      </dsp:txXfrm>
    </dsp:sp>
    <dsp:sp modelId="{461E8461-4D56-4A37-938B-D33C44D3261E}">
      <dsp:nvSpPr>
        <dsp:cNvPr id="0" name=""/>
        <dsp:cNvSpPr/>
      </dsp:nvSpPr>
      <dsp:spPr>
        <a:xfrm>
          <a:off x="4472772" y="2427690"/>
          <a:ext cx="91440" cy="20161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16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C2EEC7-B5A9-4959-9357-98C6A4689452}">
      <dsp:nvSpPr>
        <dsp:cNvPr id="0" name=""/>
        <dsp:cNvSpPr/>
      </dsp:nvSpPr>
      <dsp:spPr>
        <a:xfrm>
          <a:off x="4140459" y="2629308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Reports</a:t>
          </a:r>
        </a:p>
      </dsp:txBody>
      <dsp:txXfrm>
        <a:off x="4155222" y="2644071"/>
        <a:ext cx="726539" cy="474517"/>
      </dsp:txXfrm>
    </dsp:sp>
    <dsp:sp modelId="{55E1E78C-83E5-4492-B422-E094E60DF917}">
      <dsp:nvSpPr>
        <dsp:cNvPr id="0" name=""/>
        <dsp:cNvSpPr/>
      </dsp:nvSpPr>
      <dsp:spPr>
        <a:xfrm>
          <a:off x="4518492" y="2427690"/>
          <a:ext cx="982885" cy="201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808"/>
              </a:lnTo>
              <a:lnTo>
                <a:pt x="982885" y="100808"/>
              </a:lnTo>
              <a:lnTo>
                <a:pt x="982885" y="2016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FCF600-81B0-4F6A-B4C8-8A03C32427DD}">
      <dsp:nvSpPr>
        <dsp:cNvPr id="0" name=""/>
        <dsp:cNvSpPr/>
      </dsp:nvSpPr>
      <dsp:spPr>
        <a:xfrm>
          <a:off x="5123344" y="2629308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Articles</a:t>
          </a:r>
        </a:p>
      </dsp:txBody>
      <dsp:txXfrm>
        <a:off x="5138107" y="2644071"/>
        <a:ext cx="726539" cy="474517"/>
      </dsp:txXfrm>
    </dsp:sp>
    <dsp:sp modelId="{397610CB-1D9F-44C3-A931-8FA8A0DE9E83}">
      <dsp:nvSpPr>
        <dsp:cNvPr id="0" name=""/>
        <dsp:cNvSpPr/>
      </dsp:nvSpPr>
      <dsp:spPr>
        <a:xfrm>
          <a:off x="6975705" y="1722029"/>
          <a:ext cx="245721" cy="201617"/>
        </a:xfrm>
        <a:custGeom>
          <a:avLst/>
          <a:gdLst/>
          <a:ahLst/>
          <a:cxnLst/>
          <a:rect l="0" t="0" r="0" b="0"/>
          <a:pathLst>
            <a:path>
              <a:moveTo>
                <a:pt x="245721" y="0"/>
              </a:moveTo>
              <a:lnTo>
                <a:pt x="245721" y="100808"/>
              </a:lnTo>
              <a:lnTo>
                <a:pt x="0" y="100808"/>
              </a:lnTo>
              <a:lnTo>
                <a:pt x="0" y="2016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59EB72-362E-4870-89DF-D6B885D79DF6}">
      <dsp:nvSpPr>
        <dsp:cNvPr id="0" name=""/>
        <dsp:cNvSpPr/>
      </dsp:nvSpPr>
      <dsp:spPr>
        <a:xfrm>
          <a:off x="6597672" y="1923647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Events</a:t>
          </a:r>
        </a:p>
      </dsp:txBody>
      <dsp:txXfrm>
        <a:off x="6612435" y="1938410"/>
        <a:ext cx="726539" cy="474517"/>
      </dsp:txXfrm>
    </dsp:sp>
    <dsp:sp modelId="{A74C9523-FDB6-4C73-B70E-C0B5789F5A18}">
      <dsp:nvSpPr>
        <dsp:cNvPr id="0" name=""/>
        <dsp:cNvSpPr/>
      </dsp:nvSpPr>
      <dsp:spPr>
        <a:xfrm>
          <a:off x="6484262" y="2427690"/>
          <a:ext cx="491442" cy="201617"/>
        </a:xfrm>
        <a:custGeom>
          <a:avLst/>
          <a:gdLst/>
          <a:ahLst/>
          <a:cxnLst/>
          <a:rect l="0" t="0" r="0" b="0"/>
          <a:pathLst>
            <a:path>
              <a:moveTo>
                <a:pt x="491442" y="0"/>
              </a:moveTo>
              <a:lnTo>
                <a:pt x="491442" y="100808"/>
              </a:lnTo>
              <a:lnTo>
                <a:pt x="0" y="100808"/>
              </a:lnTo>
              <a:lnTo>
                <a:pt x="0" y="2016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A3F910-3F80-492F-9383-813AB70A42A0}">
      <dsp:nvSpPr>
        <dsp:cNvPr id="0" name=""/>
        <dsp:cNvSpPr/>
      </dsp:nvSpPr>
      <dsp:spPr>
        <a:xfrm>
          <a:off x="6106229" y="2629308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Upcoming</a:t>
          </a:r>
        </a:p>
      </dsp:txBody>
      <dsp:txXfrm>
        <a:off x="6120992" y="2644071"/>
        <a:ext cx="726539" cy="474517"/>
      </dsp:txXfrm>
    </dsp:sp>
    <dsp:sp modelId="{671D3F90-4EB8-484F-A7D2-09C0571A8E66}">
      <dsp:nvSpPr>
        <dsp:cNvPr id="0" name=""/>
        <dsp:cNvSpPr/>
      </dsp:nvSpPr>
      <dsp:spPr>
        <a:xfrm>
          <a:off x="6975705" y="2427690"/>
          <a:ext cx="491442" cy="201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808"/>
              </a:lnTo>
              <a:lnTo>
                <a:pt x="491442" y="100808"/>
              </a:lnTo>
              <a:lnTo>
                <a:pt x="491442" y="2016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7A4B82-88B4-4726-AE51-63C9FD17A284}">
      <dsp:nvSpPr>
        <dsp:cNvPr id="0" name=""/>
        <dsp:cNvSpPr/>
      </dsp:nvSpPr>
      <dsp:spPr>
        <a:xfrm>
          <a:off x="7089115" y="2629308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Past</a:t>
          </a:r>
        </a:p>
      </dsp:txBody>
      <dsp:txXfrm>
        <a:off x="7103878" y="2644071"/>
        <a:ext cx="726539" cy="474517"/>
      </dsp:txXfrm>
    </dsp:sp>
    <dsp:sp modelId="{1D137AB0-F2B9-4005-BD6E-794435E05B30}">
      <dsp:nvSpPr>
        <dsp:cNvPr id="0" name=""/>
        <dsp:cNvSpPr/>
      </dsp:nvSpPr>
      <dsp:spPr>
        <a:xfrm>
          <a:off x="7221426" y="1722029"/>
          <a:ext cx="1720048" cy="201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808"/>
              </a:lnTo>
              <a:lnTo>
                <a:pt x="1720048" y="100808"/>
              </a:lnTo>
              <a:lnTo>
                <a:pt x="1720048" y="2016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76CE33-7F76-4DE2-8884-4A62418D4088}">
      <dsp:nvSpPr>
        <dsp:cNvPr id="0" name=""/>
        <dsp:cNvSpPr/>
      </dsp:nvSpPr>
      <dsp:spPr>
        <a:xfrm>
          <a:off x="8563442" y="1923647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Research</a:t>
          </a:r>
        </a:p>
      </dsp:txBody>
      <dsp:txXfrm>
        <a:off x="8578205" y="1938410"/>
        <a:ext cx="726539" cy="474517"/>
      </dsp:txXfrm>
    </dsp:sp>
    <dsp:sp modelId="{31A51FE0-9A99-4373-8E3A-429E7E86A7CF}">
      <dsp:nvSpPr>
        <dsp:cNvPr id="0" name=""/>
        <dsp:cNvSpPr/>
      </dsp:nvSpPr>
      <dsp:spPr>
        <a:xfrm>
          <a:off x="8450032" y="2427690"/>
          <a:ext cx="491442" cy="201617"/>
        </a:xfrm>
        <a:custGeom>
          <a:avLst/>
          <a:gdLst/>
          <a:ahLst/>
          <a:cxnLst/>
          <a:rect l="0" t="0" r="0" b="0"/>
          <a:pathLst>
            <a:path>
              <a:moveTo>
                <a:pt x="491442" y="0"/>
              </a:moveTo>
              <a:lnTo>
                <a:pt x="491442" y="100808"/>
              </a:lnTo>
              <a:lnTo>
                <a:pt x="0" y="100808"/>
              </a:lnTo>
              <a:lnTo>
                <a:pt x="0" y="2016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04E1DC-A4E3-4DF9-B887-7AE8942C6665}">
      <dsp:nvSpPr>
        <dsp:cNvPr id="0" name=""/>
        <dsp:cNvSpPr/>
      </dsp:nvSpPr>
      <dsp:spPr>
        <a:xfrm>
          <a:off x="8072000" y="2629308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Global Excellence Study</a:t>
          </a:r>
        </a:p>
      </dsp:txBody>
      <dsp:txXfrm>
        <a:off x="8086763" y="2644071"/>
        <a:ext cx="726539" cy="474517"/>
      </dsp:txXfrm>
    </dsp:sp>
    <dsp:sp modelId="{AB28C937-6E61-43A6-90B9-DBD3994BB283}">
      <dsp:nvSpPr>
        <dsp:cNvPr id="0" name=""/>
        <dsp:cNvSpPr/>
      </dsp:nvSpPr>
      <dsp:spPr>
        <a:xfrm>
          <a:off x="8941475" y="2427690"/>
          <a:ext cx="491442" cy="201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808"/>
              </a:lnTo>
              <a:lnTo>
                <a:pt x="491442" y="100808"/>
              </a:lnTo>
              <a:lnTo>
                <a:pt x="491442" y="2016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C19CFD-0A16-487D-83F3-658B0EBCBC71}">
      <dsp:nvSpPr>
        <dsp:cNvPr id="0" name=""/>
        <dsp:cNvSpPr/>
      </dsp:nvSpPr>
      <dsp:spPr>
        <a:xfrm>
          <a:off x="9054885" y="2629308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Organisational Resilience</a:t>
          </a:r>
        </a:p>
      </dsp:txBody>
      <dsp:txXfrm>
        <a:off x="9069648" y="2644071"/>
        <a:ext cx="726539" cy="474517"/>
      </dsp:txXfrm>
    </dsp:sp>
    <dsp:sp modelId="{D5FD16B8-F8E2-4747-8852-44257141A41D}">
      <dsp:nvSpPr>
        <dsp:cNvPr id="0" name=""/>
        <dsp:cNvSpPr/>
      </dsp:nvSpPr>
      <dsp:spPr>
        <a:xfrm>
          <a:off x="7221426" y="1722029"/>
          <a:ext cx="2702934" cy="201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808"/>
              </a:lnTo>
              <a:lnTo>
                <a:pt x="2702934" y="100808"/>
              </a:lnTo>
              <a:lnTo>
                <a:pt x="2702934" y="2016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AFD8C2-1FFA-4376-8ACB-F9BA107C23BA}">
      <dsp:nvSpPr>
        <dsp:cNvPr id="0" name=""/>
        <dsp:cNvSpPr/>
      </dsp:nvSpPr>
      <dsp:spPr>
        <a:xfrm>
          <a:off x="9546327" y="1923647"/>
          <a:ext cx="756065" cy="50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About</a:t>
          </a:r>
        </a:p>
      </dsp:txBody>
      <dsp:txXfrm>
        <a:off x="9561090" y="1938410"/>
        <a:ext cx="726539" cy="474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8F108-AC74-49A3-868C-E42F1B8FAC64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5E02F-BA80-4AB4-95F3-5EAA13799A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92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5E02F-BA80-4AB4-95F3-5EAA13799A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60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FFFA-6944-40BB-17E2-4AB4FC9AA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7FAF7-2B35-5280-1EEF-1D6647D2B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1D1E4-809C-C4A6-0CF5-DBC14854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E3155-988A-6BC2-DA6A-E5666583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59F6E-8532-0AE3-BE37-DFE6FE7B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64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C4C7-8423-FEB5-5394-958DFF68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8AA3E-72BC-7631-83CB-CAB45D4F6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85D5-CD97-CB54-8276-64174972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1F67A-6109-551F-8AEA-2C74193D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C89B6-FFC8-1C3A-D6C6-CA957D3A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95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E4BB0-7883-4F8F-DAF1-3E372F7C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BFE77-D077-58C1-0498-5158F76F2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75013-B8AB-3681-FD2E-501AFC64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4776-7035-DDCF-7AEB-0ECAA8C7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6629-0507-DD26-222F-68501132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36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B475-103E-3F66-7053-722E4EE2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C677-B793-CA13-35E2-19ED5746E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D9260-C558-78B9-C2C5-0590B79F1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316A4-BDDD-69DA-2D64-B72EEE95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16DD1-F450-27D8-E6B1-64D10EE8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5ABD6-6700-6386-A9D8-C949384D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33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7957-5A89-E28B-F13D-3141C625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B3B7A-3B83-2F49-FA7C-FED26B93A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22767-6964-3AAE-4B55-2F71FCE89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C9228-BB1F-12F6-8AF1-5881BC52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61139-1886-29E4-05E1-1C1A69E4B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71466-A6EC-4B20-275C-B4870D2B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3CABB-EB23-992F-FE9C-92262A4D5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1B710-B095-A6C9-C516-31E57E97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40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1494-1E19-CBEF-A63F-6DC3D9C5C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CD8C7-96A0-F892-D9B6-456A9026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5BB43-5FFA-265C-4818-370FCD40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0C2DC-FC4A-6DA3-A02D-2E945DD8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06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49EC9-0291-3A7E-D520-066EFBFE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EBA9A-7F25-A313-2EF3-18282BA6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11394-EA7B-BD73-4B5C-3B72231C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001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BD9C-D776-A8B3-91CC-C779C5B5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96B1-80A6-5C3C-153C-09C0DD2C1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71A03-B10C-A1B3-62A9-12ED22F64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68332-AE87-A712-58A8-09B711DE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6D3CB-AB14-962B-5E29-009D27BA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4A153-8CE4-EE9D-D7AB-2B34E0E6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9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2D99-EEB5-193F-56BF-B20298BA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78A75-A592-F168-D4A6-81C2E5478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0E5CD-F496-4591-5FF2-9447C33D9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C3B34-B780-18CE-D3E9-F63683D6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A090C-EAB7-A0B6-13F5-2248220E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3924F-A1EC-0F03-83A4-17A26AC9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43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0207F-20D2-0A00-D96B-60DC2789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FA61C-C740-FD35-E4C5-A607FD8C7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1E86E-DFEB-E417-E939-D878DC4A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C5278-E846-7CDB-7409-A2070733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EAA67-C151-8968-99F9-934D7CE1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54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B4D8D-4293-1CF9-6428-80EE3A4DA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B3F03-162A-4547-5A45-8321E3FB9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BC08B-AF04-A290-6CEC-C281B280E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AF09C-41A4-8B14-E69C-51DF5EAEE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6CB9-6CF5-C295-BEB8-24F00B53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34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C8B8A-3A96-D981-3F3F-22F7216F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138F0-285E-E3B9-B465-AC9746116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B2DE1-CFFA-CD89-8905-776A150B4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2ABB2-FF11-418B-9095-F5652490D857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8DA9F-BAC0-3236-7268-A03E5426C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6827D-DE85-83FD-0D8C-B93126F25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1D1A7-69ED-4EF1-9B82-C62F161B4E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66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AD4C6-7EE3-97E4-9786-2C9DE292C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6523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br>
              <a:rPr lang="en-GB" b="1" dirty="0"/>
            </a:br>
            <a:r>
              <a:rPr lang="en-GB" b="1" dirty="0"/>
              <a:t>ICRH-Europe</a:t>
            </a:r>
            <a:br>
              <a:rPr lang="en-GB" dirty="0"/>
            </a:br>
            <a:br>
              <a:rPr lang="en-GB" dirty="0"/>
            </a:br>
            <a:r>
              <a:rPr lang="en-GB" sz="4000" dirty="0"/>
              <a:t>Website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73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B967C8-57ED-DEFD-3AFC-0AF9B41EE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314386"/>
              </p:ext>
            </p:extLst>
          </p:nvPr>
        </p:nvGraphicFramePr>
        <p:xfrm>
          <a:off x="468331" y="100369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7707C6-4F19-3749-A17C-1B702C145301}"/>
              </a:ext>
            </a:extLst>
          </p:cNvPr>
          <p:cNvSpPr txBox="1"/>
          <p:nvPr/>
        </p:nvSpPr>
        <p:spPr>
          <a:xfrm>
            <a:off x="468331" y="1003692"/>
            <a:ext cx="217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icrh-europe.com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329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F318-0BFF-B752-EBB2-706FAA1E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FF3ED-2BE0-FE43-D01A-7A2B6239A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39" y="1690688"/>
            <a:ext cx="1905000" cy="190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93F2C9-B0E4-2CD8-1F5B-F05CB1B5ADFD}"/>
              </a:ext>
            </a:extLst>
          </p:cNvPr>
          <p:cNvSpPr txBox="1"/>
          <p:nvPr/>
        </p:nvSpPr>
        <p:spPr>
          <a:xfrm>
            <a:off x="2815120" y="2137025"/>
            <a:ext cx="14486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Who we 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2B4487-E96D-CCB7-FFAB-F577D43F0510}"/>
              </a:ext>
            </a:extLst>
          </p:cNvPr>
          <p:cNvSpPr txBox="1"/>
          <p:nvPr/>
        </p:nvSpPr>
        <p:spPr>
          <a:xfrm>
            <a:off x="2815120" y="2768028"/>
            <a:ext cx="14486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What we 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1CC50-158B-2B65-E5E9-E53970131177}"/>
              </a:ext>
            </a:extLst>
          </p:cNvPr>
          <p:cNvSpPr txBox="1"/>
          <p:nvPr/>
        </p:nvSpPr>
        <p:spPr>
          <a:xfrm>
            <a:off x="2815120" y="3351309"/>
            <a:ext cx="144865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Wider ICRH Community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090F4C-35A3-BA47-C307-AC0C22231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89" t="63452" r="39662" b="19852"/>
          <a:stretch>
            <a:fillRect/>
          </a:stretch>
        </p:blipFill>
        <p:spPr>
          <a:xfrm>
            <a:off x="369869" y="4921250"/>
            <a:ext cx="2239768" cy="8820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D07F24-C0CB-42C8-90B4-953E6D35D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69" y="4225894"/>
            <a:ext cx="2061685" cy="4824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8F96C5-E8D1-47CE-2A0C-C850022775C2}"/>
              </a:ext>
            </a:extLst>
          </p:cNvPr>
          <p:cNvSpPr txBox="1"/>
          <p:nvPr/>
        </p:nvSpPr>
        <p:spPr>
          <a:xfrm>
            <a:off x="267128" y="3726125"/>
            <a:ext cx="158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Supporters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856955-F190-42FC-06E3-8334800D5060}"/>
              </a:ext>
            </a:extLst>
          </p:cNvPr>
          <p:cNvSpPr/>
          <p:nvPr/>
        </p:nvSpPr>
        <p:spPr>
          <a:xfrm>
            <a:off x="6198178" y="4557589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Valuing Internal Communication Report Download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2077BB-108F-62A2-0E01-091840D0EF41}"/>
              </a:ext>
            </a:extLst>
          </p:cNvPr>
          <p:cNvSpPr/>
          <p:nvPr/>
        </p:nvSpPr>
        <p:spPr>
          <a:xfrm>
            <a:off x="2768886" y="4557589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Video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7F00F1-4E3F-1613-E9EC-5BBF6C629110}"/>
              </a:ext>
            </a:extLst>
          </p:cNvPr>
          <p:cNvSpPr/>
          <p:nvPr/>
        </p:nvSpPr>
        <p:spPr>
          <a:xfrm>
            <a:off x="4811731" y="2067869"/>
            <a:ext cx="4376226" cy="2027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09A39-7569-13D0-23C4-0F79B6388782}"/>
              </a:ext>
            </a:extLst>
          </p:cNvPr>
          <p:cNvSpPr txBox="1"/>
          <p:nvPr/>
        </p:nvSpPr>
        <p:spPr>
          <a:xfrm>
            <a:off x="9801546" y="1961525"/>
            <a:ext cx="1675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Menu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Publications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About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4FBE7E1-39F4-629B-B508-F0D85A39F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640" y="4571605"/>
            <a:ext cx="6381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3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52BA-4BA0-BF79-A340-059D8A0F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AB9EC-D1C7-ADFE-8E44-AF668B177C03}"/>
              </a:ext>
            </a:extLst>
          </p:cNvPr>
          <p:cNvSpPr/>
          <p:nvPr/>
        </p:nvSpPr>
        <p:spPr>
          <a:xfrm>
            <a:off x="940086" y="1865760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5AD6F5-8E7E-1FC6-8140-21411B4A3A08}"/>
              </a:ext>
            </a:extLst>
          </p:cNvPr>
          <p:cNvSpPr/>
          <p:nvPr/>
        </p:nvSpPr>
        <p:spPr>
          <a:xfrm>
            <a:off x="4349394" y="1865760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Journal Articles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0B0A9-DE2D-8E97-0D69-3AB754C44AC7}"/>
              </a:ext>
            </a:extLst>
          </p:cNvPr>
          <p:cNvSpPr/>
          <p:nvPr/>
        </p:nvSpPr>
        <p:spPr>
          <a:xfrm>
            <a:off x="7832333" y="1865760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Industry Reports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B20CB-BB79-E104-B614-DE0E23565F1B}"/>
              </a:ext>
            </a:extLst>
          </p:cNvPr>
          <p:cNvSpPr txBox="1"/>
          <p:nvPr/>
        </p:nvSpPr>
        <p:spPr>
          <a:xfrm>
            <a:off x="940086" y="3275878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BC543-B311-D10F-980A-58CF201DD0D1}"/>
              </a:ext>
            </a:extLst>
          </p:cNvPr>
          <p:cNvSpPr txBox="1"/>
          <p:nvPr/>
        </p:nvSpPr>
        <p:spPr>
          <a:xfrm>
            <a:off x="4520632" y="3861857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D1CBE-7D62-A261-45F5-D796017AC826}"/>
              </a:ext>
            </a:extLst>
          </p:cNvPr>
          <p:cNvSpPr txBox="1"/>
          <p:nvPr/>
        </p:nvSpPr>
        <p:spPr>
          <a:xfrm>
            <a:off x="940086" y="4364686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95B3EA-184F-D5E6-45C7-403DE9E32598}"/>
              </a:ext>
            </a:extLst>
          </p:cNvPr>
          <p:cNvSpPr txBox="1"/>
          <p:nvPr/>
        </p:nvSpPr>
        <p:spPr>
          <a:xfrm>
            <a:off x="2306550" y="3307859"/>
            <a:ext cx="1505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Titles, author info, link to publisher page about the book</a:t>
            </a:r>
          </a:p>
        </p:txBody>
      </p:sp>
      <p:sp>
        <p:nvSpPr>
          <p:cNvPr id="19" name="Callout: Right Arrow 18">
            <a:extLst>
              <a:ext uri="{FF2B5EF4-FFF2-40B4-BE49-F238E27FC236}">
                <a16:creationId xmlns:a16="http://schemas.microsoft.com/office/drawing/2014/main" id="{38A03522-936E-E7E8-3FF3-6EBE86F478D9}"/>
              </a:ext>
            </a:extLst>
          </p:cNvPr>
          <p:cNvSpPr/>
          <p:nvPr/>
        </p:nvSpPr>
        <p:spPr>
          <a:xfrm>
            <a:off x="1674688" y="3429000"/>
            <a:ext cx="631862" cy="1235046"/>
          </a:xfrm>
          <a:prstGeom prst="right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8CFBF3-3B9B-A0BE-1E51-095F2A600345}"/>
              </a:ext>
            </a:extLst>
          </p:cNvPr>
          <p:cNvSpPr txBox="1"/>
          <p:nvPr/>
        </p:nvSpPr>
        <p:spPr>
          <a:xfrm>
            <a:off x="4520632" y="3365199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FC44B1-0518-C704-C7F2-C95BA452C6E1}"/>
              </a:ext>
            </a:extLst>
          </p:cNvPr>
          <p:cNvSpPr txBox="1"/>
          <p:nvPr/>
        </p:nvSpPr>
        <p:spPr>
          <a:xfrm>
            <a:off x="7842610" y="3429000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C9548F-D833-0983-0E50-FA198C6BE14E}"/>
              </a:ext>
            </a:extLst>
          </p:cNvPr>
          <p:cNvSpPr txBox="1"/>
          <p:nvPr/>
        </p:nvSpPr>
        <p:spPr>
          <a:xfrm>
            <a:off x="940086" y="3837934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56F953-2156-A1BB-FD47-39C9A12987E9}"/>
              </a:ext>
            </a:extLst>
          </p:cNvPr>
          <p:cNvSpPr txBox="1"/>
          <p:nvPr/>
        </p:nvSpPr>
        <p:spPr>
          <a:xfrm>
            <a:off x="4520632" y="4364686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859B47-7D23-1815-5109-2F88848C1542}"/>
              </a:ext>
            </a:extLst>
          </p:cNvPr>
          <p:cNvSpPr txBox="1"/>
          <p:nvPr/>
        </p:nvSpPr>
        <p:spPr>
          <a:xfrm>
            <a:off x="7832333" y="3877536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08E6EA-B628-89D0-A17C-0CD539E1DA79}"/>
              </a:ext>
            </a:extLst>
          </p:cNvPr>
          <p:cNvSpPr txBox="1"/>
          <p:nvPr/>
        </p:nvSpPr>
        <p:spPr>
          <a:xfrm>
            <a:off x="7835760" y="4415855"/>
            <a:ext cx="65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2024</a:t>
            </a:r>
          </a:p>
        </p:txBody>
      </p:sp>
      <p:sp>
        <p:nvSpPr>
          <p:cNvPr id="26" name="Callout: Right Arrow 25">
            <a:extLst>
              <a:ext uri="{FF2B5EF4-FFF2-40B4-BE49-F238E27FC236}">
                <a16:creationId xmlns:a16="http://schemas.microsoft.com/office/drawing/2014/main" id="{1266C10E-7BEE-5C2B-9F68-11402600DE92}"/>
              </a:ext>
            </a:extLst>
          </p:cNvPr>
          <p:cNvSpPr/>
          <p:nvPr/>
        </p:nvSpPr>
        <p:spPr>
          <a:xfrm>
            <a:off x="5185023" y="3460544"/>
            <a:ext cx="631862" cy="1235046"/>
          </a:xfrm>
          <a:prstGeom prst="right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Callout: Right Arrow 26">
            <a:extLst>
              <a:ext uri="{FF2B5EF4-FFF2-40B4-BE49-F238E27FC236}">
                <a16:creationId xmlns:a16="http://schemas.microsoft.com/office/drawing/2014/main" id="{9B872EF5-C5BA-6F60-5F26-1D9451182CA6}"/>
              </a:ext>
            </a:extLst>
          </p:cNvPr>
          <p:cNvSpPr/>
          <p:nvPr/>
        </p:nvSpPr>
        <p:spPr>
          <a:xfrm>
            <a:off x="8682518" y="3465579"/>
            <a:ext cx="631862" cy="1235046"/>
          </a:xfrm>
          <a:prstGeom prst="right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FB3487-BE36-153E-9FE8-29EA68D9095C}"/>
              </a:ext>
            </a:extLst>
          </p:cNvPr>
          <p:cNvSpPr txBox="1"/>
          <p:nvPr/>
        </p:nvSpPr>
        <p:spPr>
          <a:xfrm>
            <a:off x="5924764" y="3365199"/>
            <a:ext cx="17149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Titles, author info, summary of key findings, link to journal page for the article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C5597B-AC08-F347-997C-28D3ECA96CED}"/>
              </a:ext>
            </a:extLst>
          </p:cNvPr>
          <p:cNvSpPr txBox="1"/>
          <p:nvPr/>
        </p:nvSpPr>
        <p:spPr>
          <a:xfrm>
            <a:off x="9496741" y="3323538"/>
            <a:ext cx="1714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Titles, institute/agency info, link to report download page</a:t>
            </a:r>
          </a:p>
        </p:txBody>
      </p:sp>
    </p:spTree>
    <p:extLst>
      <p:ext uri="{BB962C8B-B14F-4D97-AF65-F5344CB8AC3E}">
        <p14:creationId xmlns:p14="http://schemas.microsoft.com/office/powerpoint/2010/main" val="415272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E2E6-0DCF-F3B6-293D-72B46E32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B42B8F-5FB2-B9F1-B7A5-757F4755E133}"/>
              </a:ext>
            </a:extLst>
          </p:cNvPr>
          <p:cNvSpPr/>
          <p:nvPr/>
        </p:nvSpPr>
        <p:spPr>
          <a:xfrm>
            <a:off x="940086" y="1865760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Upcoming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A204E4-4D20-D1AD-50E2-6423AEAF0C62}"/>
              </a:ext>
            </a:extLst>
          </p:cNvPr>
          <p:cNvSpPr/>
          <p:nvPr/>
        </p:nvSpPr>
        <p:spPr>
          <a:xfrm>
            <a:off x="4411039" y="1865760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Past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32995-B7CC-0862-AEB2-FFF0DD0A04E0}"/>
              </a:ext>
            </a:extLst>
          </p:cNvPr>
          <p:cNvSpPr txBox="1"/>
          <p:nvPr/>
        </p:nvSpPr>
        <p:spPr>
          <a:xfrm>
            <a:off x="838200" y="3429000"/>
            <a:ext cx="33442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Webinar 1: info and registration link</a:t>
            </a:r>
          </a:p>
          <a:p>
            <a:r>
              <a:rPr lang="en-GB" dirty="0"/>
              <a:t>Webinar 2: info and registration link</a:t>
            </a:r>
          </a:p>
          <a:p>
            <a:r>
              <a:rPr lang="en-GB" dirty="0"/>
              <a:t>Webinar 3:info and registration 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D34B2-53AC-EB1D-DCD2-BBDCA08B853A}"/>
              </a:ext>
            </a:extLst>
          </p:cNvPr>
          <p:cNvSpPr txBox="1"/>
          <p:nvPr/>
        </p:nvSpPr>
        <p:spPr>
          <a:xfrm>
            <a:off x="4411039" y="3429000"/>
            <a:ext cx="33442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Webinar 1: title and replay </a:t>
            </a:r>
          </a:p>
          <a:p>
            <a:r>
              <a:rPr lang="en-GB" dirty="0"/>
              <a:t>Webinar 2: title and replay </a:t>
            </a:r>
          </a:p>
          <a:p>
            <a:r>
              <a:rPr lang="en-GB" dirty="0"/>
              <a:t>Webinar 3: title and replay </a:t>
            </a:r>
          </a:p>
          <a:p>
            <a:r>
              <a:rPr lang="en-GB" dirty="0"/>
              <a:t>Webinar 4: title and replay </a:t>
            </a:r>
          </a:p>
          <a:p>
            <a:r>
              <a:rPr lang="en-GB" dirty="0"/>
              <a:t>Webinar 5: title and replay </a:t>
            </a:r>
          </a:p>
          <a:p>
            <a:r>
              <a:rPr lang="en-GB" dirty="0"/>
              <a:t>Webinar 6: title and replay </a:t>
            </a:r>
          </a:p>
          <a:p>
            <a:r>
              <a:rPr lang="en-GB" dirty="0"/>
              <a:t>Webinar 7: title and replay </a:t>
            </a:r>
          </a:p>
          <a:p>
            <a:r>
              <a:rPr lang="en-GB" dirty="0"/>
              <a:t>Webinar 8: title and replay </a:t>
            </a:r>
          </a:p>
        </p:txBody>
      </p:sp>
    </p:spTree>
    <p:extLst>
      <p:ext uri="{BB962C8B-B14F-4D97-AF65-F5344CB8AC3E}">
        <p14:creationId xmlns:p14="http://schemas.microsoft.com/office/powerpoint/2010/main" val="243684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B6AC-A7AF-A2B6-149C-298C435B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F5628D-BA0D-1E3B-DAEA-8DA46181802D}"/>
              </a:ext>
            </a:extLst>
          </p:cNvPr>
          <p:cNvSpPr/>
          <p:nvPr/>
        </p:nvSpPr>
        <p:spPr>
          <a:xfrm>
            <a:off x="940086" y="1865760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Global Excellence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20F868-4D67-D9DE-EAED-12D06D84FE55}"/>
              </a:ext>
            </a:extLst>
          </p:cNvPr>
          <p:cNvSpPr/>
          <p:nvPr/>
        </p:nvSpPr>
        <p:spPr>
          <a:xfrm>
            <a:off x="4154185" y="1865760"/>
            <a:ext cx="2989779" cy="12350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Organisational Resilience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CE346-C461-8E6A-AE71-0BC427CDEE9A}"/>
              </a:ext>
            </a:extLst>
          </p:cNvPr>
          <p:cNvSpPr txBox="1"/>
          <p:nvPr/>
        </p:nvSpPr>
        <p:spPr>
          <a:xfrm>
            <a:off x="940086" y="3513762"/>
            <a:ext cx="2989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About the research programme</a:t>
            </a:r>
          </a:p>
          <a:p>
            <a:r>
              <a:rPr lang="en-GB" dirty="0"/>
              <a:t>Research leader names and profiles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E58B2-B1FA-2664-430F-31709CFF0026}"/>
              </a:ext>
            </a:extLst>
          </p:cNvPr>
          <p:cNvSpPr txBox="1"/>
          <p:nvPr/>
        </p:nvSpPr>
        <p:spPr>
          <a:xfrm>
            <a:off x="4154184" y="3522324"/>
            <a:ext cx="2989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Research Aims and Objectives</a:t>
            </a:r>
          </a:p>
          <a:p>
            <a:r>
              <a:rPr lang="en-GB" dirty="0"/>
              <a:t>Download for EUPRERA paper</a:t>
            </a:r>
          </a:p>
          <a:p>
            <a:r>
              <a:rPr lang="en-GB" dirty="0"/>
              <a:t>Research schedule</a:t>
            </a:r>
          </a:p>
        </p:txBody>
      </p:sp>
    </p:spTree>
    <p:extLst>
      <p:ext uri="{BB962C8B-B14F-4D97-AF65-F5344CB8AC3E}">
        <p14:creationId xmlns:p14="http://schemas.microsoft.com/office/powerpoint/2010/main" val="163714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B0FE-D9DC-C393-E9D1-78D43AA5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3E907-FE1E-A045-C922-BD7770CF3E02}"/>
              </a:ext>
            </a:extLst>
          </p:cNvPr>
          <p:cNvSpPr txBox="1"/>
          <p:nvPr/>
        </p:nvSpPr>
        <p:spPr>
          <a:xfrm>
            <a:off x="838200" y="1690688"/>
            <a:ext cx="2373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Membership info</a:t>
            </a:r>
          </a:p>
          <a:p>
            <a:endParaRPr lang="en-GB" dirty="0"/>
          </a:p>
          <a:p>
            <a:r>
              <a:rPr lang="en-GB" dirty="0"/>
              <a:t>Current member profiles (in alphabetical order)</a:t>
            </a:r>
          </a:p>
        </p:txBody>
      </p:sp>
    </p:spTree>
    <p:extLst>
      <p:ext uri="{BB962C8B-B14F-4D97-AF65-F5344CB8AC3E}">
        <p14:creationId xmlns:p14="http://schemas.microsoft.com/office/powerpoint/2010/main" val="93476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226</Words>
  <Application>Microsoft Office PowerPoint</Application>
  <PresentationFormat>Widescreen</PresentationFormat>
  <Paragraphs>74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 ICRH-Europe  Website</vt:lpstr>
      <vt:lpstr>PowerPoint Presentation</vt:lpstr>
      <vt:lpstr>Home page</vt:lpstr>
      <vt:lpstr>Publications</vt:lpstr>
      <vt:lpstr>Events</vt:lpstr>
      <vt:lpstr>Research</vt:lpstr>
      <vt:lpstr>About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Ruck</dc:creator>
  <cp:lastModifiedBy>Kevin Ruck</cp:lastModifiedBy>
  <cp:revision>2</cp:revision>
  <dcterms:created xsi:type="dcterms:W3CDTF">2025-04-18T08:58:27Z</dcterms:created>
  <dcterms:modified xsi:type="dcterms:W3CDTF">2026-06-22T16:39:59Z</dcterms:modified>
</cp:coreProperties>
</file>